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6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7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8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9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10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11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12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02" r:id="rId2"/>
    <p:sldId id="258" r:id="rId3"/>
    <p:sldId id="304" r:id="rId4"/>
    <p:sldId id="338" r:id="rId5"/>
    <p:sldId id="389" r:id="rId6"/>
    <p:sldId id="390" r:id="rId7"/>
    <p:sldId id="384" r:id="rId8"/>
    <p:sldId id="391" r:id="rId9"/>
    <p:sldId id="387" r:id="rId10"/>
    <p:sldId id="378" r:id="rId11"/>
    <p:sldId id="271" r:id="rId12"/>
    <p:sldId id="336" r:id="rId13"/>
    <p:sldId id="394" r:id="rId14"/>
    <p:sldId id="393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BF5"/>
    <a:srgbClr val="F8D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68" autoAdjust="0"/>
    <p:restoredTop sz="82809" autoAdjust="0"/>
  </p:normalViewPr>
  <p:slideViewPr>
    <p:cSldViewPr snapToGrid="0">
      <p:cViewPr varScale="1">
        <p:scale>
          <a:sx n="159" d="100"/>
          <a:sy n="159" d="100"/>
        </p:scale>
        <p:origin x="432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98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FE0183-5B0F-4E18-AAAE-8614AAEA13A1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C7B34C2-A332-488A-A0FD-BABF1EE3D2DA}">
      <dgm:prSet custT="1"/>
      <dgm:spPr>
        <a:gradFill rotWithShape="0">
          <a:gsLst>
            <a:gs pos="0">
              <a:srgbClr val="FF0000">
                <a:alpha val="93000"/>
              </a:srgbClr>
            </a:gs>
            <a:gs pos="53000">
              <a:srgbClr val="7030A0">
                <a:alpha val="93000"/>
              </a:srgbClr>
            </a:gs>
            <a:gs pos="84000">
              <a:srgbClr val="00B0F0">
                <a:alpha val="93000"/>
              </a:srgbClr>
            </a:gs>
          </a:gsLst>
          <a:lin ang="21540000" scaled="0"/>
        </a:gradFill>
      </dgm:spPr>
      <dgm:t>
        <a:bodyPr/>
        <a:lstStyle/>
        <a:p>
          <a:endParaRPr lang="fr-FR" sz="1400" b="1" i="0" dirty="0"/>
        </a:p>
        <a:p>
          <a:endParaRPr lang="fr-FR" sz="1400" b="1" i="0" dirty="0"/>
        </a:p>
        <a:p>
          <a:endParaRPr lang="fr-FR" sz="2000" b="1" i="0" dirty="0"/>
        </a:p>
        <a:p>
          <a:r>
            <a:rPr lang="fr-FR" sz="2500" b="1" i="0" dirty="0"/>
            <a:t>DÉVELOPPEZ UNE PREUVE DE CONCEPT</a:t>
          </a:r>
          <a:endParaRPr lang="fr-FR" sz="25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4387D29-D9FC-4F64-8ED2-41CA8C7C0AFF}" type="parTrans" cxnId="{4DCFAD0C-F0B1-4F4D-8C47-DF94F49ACCF8}">
      <dgm:prSet/>
      <dgm:spPr/>
      <dgm:t>
        <a:bodyPr/>
        <a:lstStyle/>
        <a:p>
          <a:endParaRPr lang="fr-FR"/>
        </a:p>
      </dgm:t>
    </dgm:pt>
    <dgm:pt modelId="{5C2656EA-073E-400E-93CE-5B1CC698E093}" type="sibTrans" cxnId="{4DCFAD0C-F0B1-4F4D-8C47-DF94F49ACCF8}">
      <dgm:prSet/>
      <dgm:spPr/>
      <dgm:t>
        <a:bodyPr/>
        <a:lstStyle/>
        <a:p>
          <a:endParaRPr lang="fr-FR"/>
        </a:p>
      </dgm:t>
    </dgm:pt>
    <dgm:pt modelId="{F25B6320-CC62-404C-B859-1E92CC6B53F0}">
      <dgm:prSet custT="1"/>
      <dgm:spPr>
        <a:gradFill rotWithShape="0">
          <a:gsLst>
            <a:gs pos="0">
              <a:srgbClr val="FF0000">
                <a:alpha val="93000"/>
              </a:srgbClr>
            </a:gs>
            <a:gs pos="53000">
              <a:srgbClr val="7030A0">
                <a:alpha val="93000"/>
              </a:srgbClr>
            </a:gs>
            <a:gs pos="84000">
              <a:srgbClr val="00B0F0">
                <a:alpha val="93000"/>
              </a:srgbClr>
            </a:gs>
          </a:gsLst>
          <a:lin ang="21540000" scaled="0"/>
        </a:gradFill>
      </dgm:spPr>
      <dgm:t>
        <a:bodyPr/>
        <a:lstStyle/>
        <a:p>
          <a:r>
            <a:rPr lang="fr-FR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Guillaume GUITARIAN</a:t>
          </a:r>
          <a:endParaRPr lang="fr-FR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C383783-CB0E-405E-8987-D4F4C0FF4D87}" type="sibTrans" cxnId="{DED23AEF-B63C-4AAC-8D54-5C6DE05C6725}">
      <dgm:prSet/>
      <dgm:spPr/>
      <dgm:t>
        <a:bodyPr/>
        <a:lstStyle/>
        <a:p>
          <a:endParaRPr lang="fr-FR"/>
        </a:p>
      </dgm:t>
    </dgm:pt>
    <dgm:pt modelId="{6243A298-E0A4-471B-BE09-645B1D516AEE}" type="parTrans" cxnId="{DED23AEF-B63C-4AAC-8D54-5C6DE05C6725}">
      <dgm:prSet/>
      <dgm:spPr/>
      <dgm:t>
        <a:bodyPr/>
        <a:lstStyle/>
        <a:p>
          <a:endParaRPr lang="fr-FR"/>
        </a:p>
      </dgm:t>
    </dgm:pt>
    <dgm:pt modelId="{4DC35B07-0B2F-4AD4-932C-59BF91072DED}" type="pres">
      <dgm:prSet presAssocID="{6CFE0183-5B0F-4E18-AAAE-8614AAEA13A1}" presName="Name0" presStyleCnt="0">
        <dgm:presLayoutVars>
          <dgm:dir/>
          <dgm:resizeHandles val="exact"/>
        </dgm:presLayoutVars>
      </dgm:prSet>
      <dgm:spPr/>
    </dgm:pt>
    <dgm:pt modelId="{E76AC2C7-0DC1-45D3-815F-362591623198}" type="pres">
      <dgm:prSet presAssocID="{6CFE0183-5B0F-4E18-AAAE-8614AAEA13A1}" presName="fgShape" presStyleLbl="fgShp" presStyleIdx="0" presStyleCnt="1" custFlipHor="1" custScaleX="588" custScaleY="22399" custLinFactNeighborX="6102" custLinFactNeighborY="-39658"/>
      <dgm:spPr/>
    </dgm:pt>
    <dgm:pt modelId="{C738A047-D8B4-413B-A12B-D85CBB09D190}" type="pres">
      <dgm:prSet presAssocID="{6CFE0183-5B0F-4E18-AAAE-8614AAEA13A1}" presName="linComp" presStyleCnt="0"/>
      <dgm:spPr/>
    </dgm:pt>
    <dgm:pt modelId="{A510BDE6-CA26-4905-B62E-C7FB5A269E39}" type="pres">
      <dgm:prSet presAssocID="{3C7B34C2-A332-488A-A0FD-BABF1EE3D2DA}" presName="compNode" presStyleCnt="0"/>
      <dgm:spPr/>
    </dgm:pt>
    <dgm:pt modelId="{CF39FE9E-81E2-4D6B-BEDF-2356E3B4B8C0}" type="pres">
      <dgm:prSet presAssocID="{3C7B34C2-A332-488A-A0FD-BABF1EE3D2DA}" presName="bkgdShape" presStyleLbl="node1" presStyleIdx="0" presStyleCnt="1" custLinFactNeighborX="-46799" custLinFactNeighborY="8719"/>
      <dgm:spPr/>
    </dgm:pt>
    <dgm:pt modelId="{4458C4B7-BDF3-42CA-951A-7659DDF627F9}" type="pres">
      <dgm:prSet presAssocID="{3C7B34C2-A332-488A-A0FD-BABF1EE3D2DA}" presName="nodeTx" presStyleLbl="node1" presStyleIdx="0" presStyleCnt="1">
        <dgm:presLayoutVars>
          <dgm:bulletEnabled val="1"/>
        </dgm:presLayoutVars>
      </dgm:prSet>
      <dgm:spPr/>
    </dgm:pt>
    <dgm:pt modelId="{4AF3E7D5-9854-4496-BD4A-B6ABF654FCEF}" type="pres">
      <dgm:prSet presAssocID="{3C7B34C2-A332-488A-A0FD-BABF1EE3D2DA}" presName="invisiNode" presStyleLbl="node1" presStyleIdx="0" presStyleCnt="1"/>
      <dgm:spPr/>
    </dgm:pt>
    <dgm:pt modelId="{E7821531-6CB3-4AC1-949E-95C1C0D71C8A}" type="pres">
      <dgm:prSet presAssocID="{3C7B34C2-A332-488A-A0FD-BABF1EE3D2DA}" presName="imagNode" presStyleLbl="fgImgPlace1" presStyleIdx="0" presStyleCnt="1" custScaleX="282264" custScaleY="115445" custLinFactNeighborY="20292"/>
      <dgm:spPr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4000" r="-54000"/>
          </a:stretch>
        </a:blipFill>
      </dgm:spPr>
    </dgm:pt>
  </dgm:ptLst>
  <dgm:cxnLst>
    <dgm:cxn modelId="{4DCFAD0C-F0B1-4F4D-8C47-DF94F49ACCF8}" srcId="{6CFE0183-5B0F-4E18-AAAE-8614AAEA13A1}" destId="{3C7B34C2-A332-488A-A0FD-BABF1EE3D2DA}" srcOrd="0" destOrd="0" parTransId="{04387D29-D9FC-4F64-8ED2-41CA8C7C0AFF}" sibTransId="{5C2656EA-073E-400E-93CE-5B1CC698E093}"/>
    <dgm:cxn modelId="{C6F20A9E-59AC-435D-9462-8CAAA1F8DC0A}" type="presOf" srcId="{3C7B34C2-A332-488A-A0FD-BABF1EE3D2DA}" destId="{4458C4B7-BDF3-42CA-951A-7659DDF627F9}" srcOrd="1" destOrd="0" presId="urn:microsoft.com/office/officeart/2005/8/layout/hList7"/>
    <dgm:cxn modelId="{143488BE-0B41-4E46-B6AC-F40A1DE092A4}" type="presOf" srcId="{F25B6320-CC62-404C-B859-1E92CC6B53F0}" destId="{CF39FE9E-81E2-4D6B-BEDF-2356E3B4B8C0}" srcOrd="0" destOrd="1" presId="urn:microsoft.com/office/officeart/2005/8/layout/hList7"/>
    <dgm:cxn modelId="{BEEF45D0-7633-4F58-A4F0-4E009B2E59F5}" type="presOf" srcId="{F25B6320-CC62-404C-B859-1E92CC6B53F0}" destId="{4458C4B7-BDF3-42CA-951A-7659DDF627F9}" srcOrd="1" destOrd="1" presId="urn:microsoft.com/office/officeart/2005/8/layout/hList7"/>
    <dgm:cxn modelId="{FA78FFD2-53F3-4657-AEA6-2F1C95C7E57D}" type="presOf" srcId="{3C7B34C2-A332-488A-A0FD-BABF1EE3D2DA}" destId="{CF39FE9E-81E2-4D6B-BEDF-2356E3B4B8C0}" srcOrd="0" destOrd="0" presId="urn:microsoft.com/office/officeart/2005/8/layout/hList7"/>
    <dgm:cxn modelId="{DED23AEF-B63C-4AAC-8D54-5C6DE05C6725}" srcId="{3C7B34C2-A332-488A-A0FD-BABF1EE3D2DA}" destId="{F25B6320-CC62-404C-B859-1E92CC6B53F0}" srcOrd="0" destOrd="0" parTransId="{6243A298-E0A4-471B-BE09-645B1D516AEE}" sibTransId="{4C383783-CB0E-405E-8987-D4F4C0FF4D87}"/>
    <dgm:cxn modelId="{A32ADBF6-C79B-4AE0-94DB-B4186A99E15B}" type="presOf" srcId="{6CFE0183-5B0F-4E18-AAAE-8614AAEA13A1}" destId="{4DC35B07-0B2F-4AD4-932C-59BF91072DED}" srcOrd="0" destOrd="0" presId="urn:microsoft.com/office/officeart/2005/8/layout/hList7"/>
    <dgm:cxn modelId="{465B6BF9-1FF6-43A6-B3D7-84054896F60A}" type="presParOf" srcId="{4DC35B07-0B2F-4AD4-932C-59BF91072DED}" destId="{E76AC2C7-0DC1-45D3-815F-362591623198}" srcOrd="0" destOrd="0" presId="urn:microsoft.com/office/officeart/2005/8/layout/hList7"/>
    <dgm:cxn modelId="{E7A83D55-B84F-4FBC-ACC9-19AA5DFC4F06}" type="presParOf" srcId="{4DC35B07-0B2F-4AD4-932C-59BF91072DED}" destId="{C738A047-D8B4-413B-A12B-D85CBB09D190}" srcOrd="1" destOrd="0" presId="urn:microsoft.com/office/officeart/2005/8/layout/hList7"/>
    <dgm:cxn modelId="{60010C1D-8B0A-45B9-B2D5-D0C31C63D8E6}" type="presParOf" srcId="{C738A047-D8B4-413B-A12B-D85CBB09D190}" destId="{A510BDE6-CA26-4905-B62E-C7FB5A269E39}" srcOrd="0" destOrd="0" presId="urn:microsoft.com/office/officeart/2005/8/layout/hList7"/>
    <dgm:cxn modelId="{C0E1D4C0-FB7C-46A8-9748-A90C92D0CA51}" type="presParOf" srcId="{A510BDE6-CA26-4905-B62E-C7FB5A269E39}" destId="{CF39FE9E-81E2-4D6B-BEDF-2356E3B4B8C0}" srcOrd="0" destOrd="0" presId="urn:microsoft.com/office/officeart/2005/8/layout/hList7"/>
    <dgm:cxn modelId="{289FD638-0F88-4F4D-A0BA-B3A0BD85D160}" type="presParOf" srcId="{A510BDE6-CA26-4905-B62E-C7FB5A269E39}" destId="{4458C4B7-BDF3-42CA-951A-7659DDF627F9}" srcOrd="1" destOrd="0" presId="urn:microsoft.com/office/officeart/2005/8/layout/hList7"/>
    <dgm:cxn modelId="{5FD5CDB0-77FB-4E8D-BE2C-535054B179AC}" type="presParOf" srcId="{A510BDE6-CA26-4905-B62E-C7FB5A269E39}" destId="{4AF3E7D5-9854-4496-BD4A-B6ABF654FCEF}" srcOrd="2" destOrd="0" presId="urn:microsoft.com/office/officeart/2005/8/layout/hList7"/>
    <dgm:cxn modelId="{692FA663-849B-45AB-BF3D-1AA48F5AB236}" type="presParOf" srcId="{A510BDE6-CA26-4905-B62E-C7FB5A269E39}" destId="{E7821531-6CB3-4AC1-949E-95C1C0D71C8A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EF4104-F74F-4C59-9AC7-08BD2F349BE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2A33AC3-9826-4596-9073-D8475C020731}">
      <dgm:prSet/>
      <dgm:spPr/>
      <dgm:t>
        <a:bodyPr/>
        <a:lstStyle/>
        <a:p>
          <a:r>
            <a: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Sommaire</a:t>
          </a:r>
        </a:p>
      </dgm:t>
    </dgm:pt>
    <dgm:pt modelId="{7BF5A5B2-2F10-47E3-A1A1-83F99B75F7CC}" type="parTrans" cxnId="{A46E7EDF-7B1E-4BE3-AE49-43477652DE2F}">
      <dgm:prSet/>
      <dgm:spPr/>
      <dgm:t>
        <a:bodyPr/>
        <a:lstStyle/>
        <a:p>
          <a:endParaRPr lang="fr-FR"/>
        </a:p>
      </dgm:t>
    </dgm:pt>
    <dgm:pt modelId="{264BDC92-BCD2-4070-873D-CDF46F81E07F}" type="sibTrans" cxnId="{A46E7EDF-7B1E-4BE3-AE49-43477652DE2F}">
      <dgm:prSet/>
      <dgm:spPr/>
      <dgm:t>
        <a:bodyPr/>
        <a:lstStyle/>
        <a:p>
          <a:endParaRPr lang="fr-FR"/>
        </a:p>
      </dgm:t>
    </dgm:pt>
    <dgm:pt modelId="{E63910B4-C487-40D8-A1DF-FBC8085D5E73}" type="pres">
      <dgm:prSet presAssocID="{CFEF4104-F74F-4C59-9AC7-08BD2F349BE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E68A37F-F1D6-4FFC-A124-91DA869AC389}" type="pres">
      <dgm:prSet presAssocID="{02A33AC3-9826-4596-9073-D8475C020731}" presName="horFlow" presStyleCnt="0"/>
      <dgm:spPr/>
    </dgm:pt>
    <dgm:pt modelId="{71AC999A-B86C-43B5-B8EC-A725977468C4}" type="pres">
      <dgm:prSet presAssocID="{02A33AC3-9826-4596-9073-D8475C020731}" presName="bigChev" presStyleLbl="node1" presStyleIdx="0" presStyleCnt="1" custScaleX="145445" custLinFactNeighborY="-1065"/>
      <dgm:spPr/>
    </dgm:pt>
  </dgm:ptLst>
  <dgm:cxnLst>
    <dgm:cxn modelId="{227BF6A2-EB0F-492A-BDF4-0AEBE19F3435}" type="presOf" srcId="{02A33AC3-9826-4596-9073-D8475C020731}" destId="{71AC999A-B86C-43B5-B8EC-A725977468C4}" srcOrd="0" destOrd="0" presId="urn:microsoft.com/office/officeart/2005/8/layout/lProcess3"/>
    <dgm:cxn modelId="{9B80BDB0-3848-48B0-B23B-48C34C39C54C}" type="presOf" srcId="{CFEF4104-F74F-4C59-9AC7-08BD2F349BEC}" destId="{E63910B4-C487-40D8-A1DF-FBC8085D5E73}" srcOrd="0" destOrd="0" presId="urn:microsoft.com/office/officeart/2005/8/layout/lProcess3"/>
    <dgm:cxn modelId="{A46E7EDF-7B1E-4BE3-AE49-43477652DE2F}" srcId="{CFEF4104-F74F-4C59-9AC7-08BD2F349BEC}" destId="{02A33AC3-9826-4596-9073-D8475C020731}" srcOrd="0" destOrd="0" parTransId="{7BF5A5B2-2F10-47E3-A1A1-83F99B75F7CC}" sibTransId="{264BDC92-BCD2-4070-873D-CDF46F81E07F}"/>
    <dgm:cxn modelId="{396B839B-2D8D-4E91-AF25-1929A05C84F9}" type="presParOf" srcId="{E63910B4-C487-40D8-A1DF-FBC8085D5E73}" destId="{2E68A37F-F1D6-4FFC-A124-91DA869AC389}" srcOrd="0" destOrd="0" presId="urn:microsoft.com/office/officeart/2005/8/layout/lProcess3"/>
    <dgm:cxn modelId="{5B48528A-36FA-4215-96B7-8343489F9CCD}" type="presParOf" srcId="{2E68A37F-F1D6-4FFC-A124-91DA869AC389}" destId="{71AC999A-B86C-43B5-B8EC-A725977468C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B1CD90-8861-45AB-A4DC-05A66CB354B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3158E41-1BC8-42E0-81F5-BE103F2C13C8}">
      <dgm:prSet/>
      <dgm:spPr/>
      <dgm:t>
        <a:bodyPr/>
        <a:lstStyle/>
        <a:p>
          <a:r>
            <a:rPr lang="fr-FR" dirty="0"/>
            <a:t>Présentation du projet</a:t>
          </a:r>
        </a:p>
      </dgm:t>
    </dgm:pt>
    <dgm:pt modelId="{B617F187-F999-485B-B2B5-816E6BE3166D}" type="parTrans" cxnId="{CA213DC7-66CF-4DD8-9858-1ED5D9453354}">
      <dgm:prSet/>
      <dgm:spPr/>
      <dgm:t>
        <a:bodyPr/>
        <a:lstStyle/>
        <a:p>
          <a:endParaRPr lang="fr-FR"/>
        </a:p>
      </dgm:t>
    </dgm:pt>
    <dgm:pt modelId="{951B489B-16B0-4E69-9589-EAE3F9B477EF}" type="sibTrans" cxnId="{CA213DC7-66CF-4DD8-9858-1ED5D9453354}">
      <dgm:prSet/>
      <dgm:spPr/>
      <dgm:t>
        <a:bodyPr/>
        <a:lstStyle/>
        <a:p>
          <a:endParaRPr lang="fr-FR"/>
        </a:p>
      </dgm:t>
    </dgm:pt>
    <dgm:pt modelId="{1AC16854-5969-4B9E-AABD-0ECC5BA02AC0}">
      <dgm:prSet custT="1"/>
      <dgm:spPr/>
      <dgm:t>
        <a:bodyPr/>
        <a:lstStyle/>
        <a:p>
          <a:r>
            <a:rPr lang="fr-FR" sz="1400" dirty="0"/>
            <a:t>Présentation de l’entreprise « DataSpace » et des objectifs du projet</a:t>
          </a:r>
        </a:p>
      </dgm:t>
    </dgm:pt>
    <dgm:pt modelId="{18B23251-D5BE-48E7-9D4D-2F67454CE834}" type="parTrans" cxnId="{392A9D0F-4900-41FD-BF9A-D205D9D14439}">
      <dgm:prSet/>
      <dgm:spPr/>
      <dgm:t>
        <a:bodyPr/>
        <a:lstStyle/>
        <a:p>
          <a:endParaRPr lang="fr-FR"/>
        </a:p>
      </dgm:t>
    </dgm:pt>
    <dgm:pt modelId="{73CE91A0-2CD9-4484-B60F-D10D2652A25E}" type="sibTrans" cxnId="{392A9D0F-4900-41FD-BF9A-D205D9D14439}">
      <dgm:prSet/>
      <dgm:spPr/>
      <dgm:t>
        <a:bodyPr/>
        <a:lstStyle/>
        <a:p>
          <a:endParaRPr lang="fr-FR"/>
        </a:p>
      </dgm:t>
    </dgm:pt>
    <dgm:pt modelId="{043B1537-BDD9-4579-A9FB-AAA0B266556D}">
      <dgm:prSet custT="1"/>
      <dgm:spPr/>
      <dgm:t>
        <a:bodyPr/>
        <a:lstStyle/>
        <a:p>
          <a:r>
            <a:rPr lang="fr-FR" sz="1400" dirty="0"/>
            <a:t>Description de la solution à développer</a:t>
          </a:r>
        </a:p>
      </dgm:t>
    </dgm:pt>
    <dgm:pt modelId="{90242442-7398-4651-90E0-7D39501B3996}" type="parTrans" cxnId="{292327A3-1390-4D46-B4AB-0A3558F5B68A}">
      <dgm:prSet/>
      <dgm:spPr/>
      <dgm:t>
        <a:bodyPr/>
        <a:lstStyle/>
        <a:p>
          <a:endParaRPr lang="fr-FR"/>
        </a:p>
      </dgm:t>
    </dgm:pt>
    <dgm:pt modelId="{FC944746-3F13-4069-958C-8DFDC922CA23}" type="sibTrans" cxnId="{292327A3-1390-4D46-B4AB-0A3558F5B68A}">
      <dgm:prSet/>
      <dgm:spPr/>
      <dgm:t>
        <a:bodyPr/>
        <a:lstStyle/>
        <a:p>
          <a:endParaRPr lang="fr-FR"/>
        </a:p>
      </dgm:t>
    </dgm:pt>
    <dgm:pt modelId="{2AB646CD-062D-405E-B22E-CD3EB8A390EB}">
      <dgm:prSet/>
      <dgm:spPr/>
      <dgm:t>
        <a:bodyPr/>
        <a:lstStyle/>
        <a:p>
          <a:r>
            <a: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Méthodologie</a:t>
          </a:r>
        </a:p>
      </dgm:t>
    </dgm:pt>
    <dgm:pt modelId="{D70FD2F5-4F9C-41BC-A881-D9508EC0BF2F}" type="parTrans" cxnId="{527C5B28-421E-425E-B165-2B55A0922EE6}">
      <dgm:prSet/>
      <dgm:spPr/>
      <dgm:t>
        <a:bodyPr/>
        <a:lstStyle/>
        <a:p>
          <a:endParaRPr lang="fr-FR"/>
        </a:p>
      </dgm:t>
    </dgm:pt>
    <dgm:pt modelId="{58F83F42-A7F1-4559-B2D0-BCF0694EB4FE}" type="sibTrans" cxnId="{527C5B28-421E-425E-B165-2B55A0922EE6}">
      <dgm:prSet/>
      <dgm:spPr/>
      <dgm:t>
        <a:bodyPr/>
        <a:lstStyle/>
        <a:p>
          <a:endParaRPr lang="fr-FR"/>
        </a:p>
      </dgm:t>
    </dgm:pt>
    <dgm:pt modelId="{2D10D31D-6EA5-4AE3-B2D4-9EF0876F6094}">
      <dgm:prSet custT="1"/>
      <dgm:spPr/>
      <dgm:t>
        <a:bodyPr/>
        <a:lstStyle/>
        <a:p>
          <a:r>
            <a:rPr lang="fr-FR" sz="1400" dirty="0"/>
            <a:t>Contexte (projet / jeu de données)</a:t>
          </a:r>
        </a:p>
      </dgm:t>
    </dgm:pt>
    <dgm:pt modelId="{AF2B5638-9776-47DE-AFAC-518F66C4FECD}" type="parTrans" cxnId="{99E417F6-D298-4D16-873D-7286AC517A59}">
      <dgm:prSet/>
      <dgm:spPr/>
      <dgm:t>
        <a:bodyPr/>
        <a:lstStyle/>
        <a:p>
          <a:endParaRPr lang="fr-FR"/>
        </a:p>
      </dgm:t>
    </dgm:pt>
    <dgm:pt modelId="{F5200A5C-21C7-4214-BBDF-8DFB16432DF4}" type="sibTrans" cxnId="{99E417F6-D298-4D16-873D-7286AC517A59}">
      <dgm:prSet/>
      <dgm:spPr/>
      <dgm:t>
        <a:bodyPr/>
        <a:lstStyle/>
        <a:p>
          <a:endParaRPr lang="fr-FR"/>
        </a:p>
      </dgm:t>
    </dgm:pt>
    <dgm:pt modelId="{3AA3E52F-95D7-41DC-B0E6-2F0181EF03E5}">
      <dgm:prSet/>
      <dgm:spPr/>
      <dgm:t>
        <a:bodyPr/>
        <a:lstStyle/>
        <a:p>
          <a:r>
            <a: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Modèles</a:t>
          </a:r>
        </a:p>
      </dgm:t>
    </dgm:pt>
    <dgm:pt modelId="{D92BBDBF-E106-4385-889D-425C5AFC0DE2}" type="parTrans" cxnId="{5CA2F2A2-2BEC-481D-BCF4-46A65489E1EF}">
      <dgm:prSet/>
      <dgm:spPr/>
      <dgm:t>
        <a:bodyPr/>
        <a:lstStyle/>
        <a:p>
          <a:endParaRPr lang="fr-FR"/>
        </a:p>
      </dgm:t>
    </dgm:pt>
    <dgm:pt modelId="{C7AE7D21-CA65-46FE-AF44-4DAE8E78498E}" type="sibTrans" cxnId="{5CA2F2A2-2BEC-481D-BCF4-46A65489E1EF}">
      <dgm:prSet/>
      <dgm:spPr/>
      <dgm:t>
        <a:bodyPr/>
        <a:lstStyle/>
        <a:p>
          <a:endParaRPr lang="fr-FR"/>
        </a:p>
      </dgm:t>
    </dgm:pt>
    <dgm:pt modelId="{FFAECEF9-9AE8-4E2F-8E44-E08DBE910873}">
      <dgm:prSet/>
      <dgm:spPr/>
      <dgm:t>
        <a:bodyPr/>
        <a:lstStyle/>
        <a:p>
          <a:r>
            <a:rPr lang="fr-FR" dirty="0"/>
            <a:t>Présentation du modèle POC : HRNet</a:t>
          </a:r>
        </a:p>
      </dgm:t>
    </dgm:pt>
    <dgm:pt modelId="{6D6C2519-8F3D-42BB-90CE-78636B592E7B}" type="parTrans" cxnId="{2236A1F0-BD0B-4B75-9D93-BF2DE66EBEC1}">
      <dgm:prSet/>
      <dgm:spPr/>
      <dgm:t>
        <a:bodyPr/>
        <a:lstStyle/>
        <a:p>
          <a:endParaRPr lang="fr-FR"/>
        </a:p>
      </dgm:t>
    </dgm:pt>
    <dgm:pt modelId="{BC7E230C-F18E-43A3-B014-5033393FD2B0}" type="sibTrans" cxnId="{2236A1F0-BD0B-4B75-9D93-BF2DE66EBEC1}">
      <dgm:prSet/>
      <dgm:spPr/>
      <dgm:t>
        <a:bodyPr/>
        <a:lstStyle/>
        <a:p>
          <a:endParaRPr lang="fr-FR"/>
        </a:p>
      </dgm:t>
    </dgm:pt>
    <dgm:pt modelId="{AE0BD3A6-8C72-4FEF-8A38-E7A79C8AC8FE}">
      <dgm:prSet/>
      <dgm:spPr/>
      <dgm:t>
        <a:bodyPr/>
        <a:lstStyle/>
        <a:p>
          <a:r>
            <a:rPr lang="fr-F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Conclusions</a:t>
          </a:r>
        </a:p>
      </dgm:t>
    </dgm:pt>
    <dgm:pt modelId="{FF0FE7A8-296C-41AE-945E-2799A30C544D}" type="parTrans" cxnId="{F8D13681-08A3-43C2-80A7-7C8F04CBB35B}">
      <dgm:prSet/>
      <dgm:spPr/>
      <dgm:t>
        <a:bodyPr/>
        <a:lstStyle/>
        <a:p>
          <a:endParaRPr lang="fr-FR"/>
        </a:p>
      </dgm:t>
    </dgm:pt>
    <dgm:pt modelId="{585994E8-1550-4FA8-BEA1-080789B703E6}" type="sibTrans" cxnId="{F8D13681-08A3-43C2-80A7-7C8F04CBB35B}">
      <dgm:prSet/>
      <dgm:spPr/>
      <dgm:t>
        <a:bodyPr/>
        <a:lstStyle/>
        <a:p>
          <a:endParaRPr lang="fr-FR"/>
        </a:p>
      </dgm:t>
    </dgm:pt>
    <dgm:pt modelId="{71DF0F4B-86A6-43B2-8863-FA161D099FCB}">
      <dgm:prSet custT="1"/>
      <dgm:spPr/>
      <dgm:t>
        <a:bodyPr/>
        <a:lstStyle/>
        <a:p>
          <a:r>
            <a:rPr lang="fr-FR" sz="1400" dirty="0"/>
            <a:t>Synthèse</a:t>
          </a:r>
        </a:p>
      </dgm:t>
    </dgm:pt>
    <dgm:pt modelId="{12DA5B97-45E8-415F-B79B-4DEE738A9443}" type="parTrans" cxnId="{0BBF9913-4FF5-4EE4-A3AE-BA83AFA57116}">
      <dgm:prSet/>
      <dgm:spPr/>
      <dgm:t>
        <a:bodyPr/>
        <a:lstStyle/>
        <a:p>
          <a:endParaRPr lang="fr-FR"/>
        </a:p>
      </dgm:t>
    </dgm:pt>
    <dgm:pt modelId="{1E3CAC2A-746C-4E0D-8175-181095307973}" type="sibTrans" cxnId="{0BBF9913-4FF5-4EE4-A3AE-BA83AFA57116}">
      <dgm:prSet/>
      <dgm:spPr/>
      <dgm:t>
        <a:bodyPr/>
        <a:lstStyle/>
        <a:p>
          <a:endParaRPr lang="fr-FR"/>
        </a:p>
      </dgm:t>
    </dgm:pt>
    <dgm:pt modelId="{E26EF943-052B-4F04-A9F9-73141FC99235}">
      <dgm:prSet custT="1"/>
      <dgm:spPr/>
      <dgm:t>
        <a:bodyPr/>
        <a:lstStyle/>
        <a:p>
          <a:r>
            <a:rPr lang="fr-FR" sz="1400" dirty="0"/>
            <a:t>Perspectives</a:t>
          </a:r>
        </a:p>
      </dgm:t>
    </dgm:pt>
    <dgm:pt modelId="{136437DA-98CB-4D00-BBDC-1DF273B41F90}" type="parTrans" cxnId="{9E98967C-B73C-4F8C-86D7-B83B7DD772E6}">
      <dgm:prSet/>
      <dgm:spPr/>
      <dgm:t>
        <a:bodyPr/>
        <a:lstStyle/>
        <a:p>
          <a:endParaRPr lang="fr-FR"/>
        </a:p>
      </dgm:t>
    </dgm:pt>
    <dgm:pt modelId="{AE0B1A1C-CD0D-4972-9812-3B6D32577F4B}" type="sibTrans" cxnId="{9E98967C-B73C-4F8C-86D7-B83B7DD772E6}">
      <dgm:prSet/>
      <dgm:spPr/>
      <dgm:t>
        <a:bodyPr/>
        <a:lstStyle/>
        <a:p>
          <a:endParaRPr lang="fr-FR"/>
        </a:p>
      </dgm:t>
    </dgm:pt>
    <dgm:pt modelId="{F145FC04-0618-467E-96A1-76411C9DEE8C}">
      <dgm:prSet custT="1"/>
      <dgm:spPr/>
      <dgm:t>
        <a:bodyPr/>
        <a:lstStyle/>
        <a:p>
          <a:r>
            <a:rPr lang="fr-FR" sz="1400" dirty="0"/>
            <a:t>Démarche (choix des modèles / choix des métriques... ) </a:t>
          </a:r>
        </a:p>
      </dgm:t>
    </dgm:pt>
    <dgm:pt modelId="{C07EB006-4869-43FC-A3FC-7CCACE78F7E0}" type="parTrans" cxnId="{50EEEE11-712E-4038-9A4F-D3758C135984}">
      <dgm:prSet/>
      <dgm:spPr/>
      <dgm:t>
        <a:bodyPr/>
        <a:lstStyle/>
        <a:p>
          <a:endParaRPr lang="fr-FR"/>
        </a:p>
      </dgm:t>
    </dgm:pt>
    <dgm:pt modelId="{BC2354C1-0406-4DAF-AAB7-E41F87FC83A1}" type="sibTrans" cxnId="{50EEEE11-712E-4038-9A4F-D3758C135984}">
      <dgm:prSet/>
      <dgm:spPr/>
      <dgm:t>
        <a:bodyPr/>
        <a:lstStyle/>
        <a:p>
          <a:endParaRPr lang="fr-FR"/>
        </a:p>
      </dgm:t>
    </dgm:pt>
    <dgm:pt modelId="{D8B5F8F0-3B4F-4F41-A161-550FF6026F4B}">
      <dgm:prSet/>
      <dgm:spPr/>
      <dgm:t>
        <a:bodyPr/>
        <a:lstStyle/>
        <a:p>
          <a:r>
            <a:rPr lang="fr-FR" dirty="0"/>
            <a:t>Déploiement</a:t>
          </a:r>
        </a:p>
      </dgm:t>
    </dgm:pt>
    <dgm:pt modelId="{DE2170E4-BB33-49C1-A107-47B86EBF81B2}" type="parTrans" cxnId="{8B94DF82-AB54-43F3-83BC-9E815C925E67}">
      <dgm:prSet/>
      <dgm:spPr/>
      <dgm:t>
        <a:bodyPr/>
        <a:lstStyle/>
        <a:p>
          <a:endParaRPr lang="fr-FR"/>
        </a:p>
      </dgm:t>
    </dgm:pt>
    <dgm:pt modelId="{A96AB7ED-8388-4717-8889-43313DBAA4DD}" type="sibTrans" cxnId="{8B94DF82-AB54-43F3-83BC-9E815C925E67}">
      <dgm:prSet/>
      <dgm:spPr/>
      <dgm:t>
        <a:bodyPr/>
        <a:lstStyle/>
        <a:p>
          <a:endParaRPr lang="fr-FR"/>
        </a:p>
      </dgm:t>
    </dgm:pt>
    <dgm:pt modelId="{121A57E1-32B5-4CEC-92F4-B6D5552CF6AA}">
      <dgm:prSet custT="1"/>
      <dgm:spPr/>
      <dgm:t>
        <a:bodyPr/>
        <a:lstStyle/>
        <a:p>
          <a:r>
            <a:rPr lang="fr-FR" sz="1400" dirty="0"/>
            <a:t>Mise en place de la preuve de concept via un Dashboard</a:t>
          </a:r>
        </a:p>
      </dgm:t>
    </dgm:pt>
    <dgm:pt modelId="{E97EC902-0291-4F50-83FB-E1B231C35C68}" type="parTrans" cxnId="{60EB64D3-CC95-45F8-A04C-224A90894527}">
      <dgm:prSet/>
      <dgm:spPr/>
      <dgm:t>
        <a:bodyPr/>
        <a:lstStyle/>
        <a:p>
          <a:endParaRPr lang="fr-FR"/>
        </a:p>
      </dgm:t>
    </dgm:pt>
    <dgm:pt modelId="{58284398-214B-4225-9E0D-EF174CB83A20}" type="sibTrans" cxnId="{60EB64D3-CC95-45F8-A04C-224A90894527}">
      <dgm:prSet/>
      <dgm:spPr/>
      <dgm:t>
        <a:bodyPr/>
        <a:lstStyle/>
        <a:p>
          <a:endParaRPr lang="fr-FR"/>
        </a:p>
      </dgm:t>
    </dgm:pt>
    <dgm:pt modelId="{8CC92C3B-140A-49B8-B713-B94019597401}">
      <dgm:prSet custT="1"/>
      <dgm:spPr/>
      <dgm:t>
        <a:bodyPr/>
        <a:lstStyle/>
        <a:p>
          <a:r>
            <a:rPr lang="fr-FR" sz="1400" dirty="0"/>
            <a:t>Déploiement en ligne avec démo</a:t>
          </a:r>
        </a:p>
      </dgm:t>
    </dgm:pt>
    <dgm:pt modelId="{EDC4B0D0-79A5-4990-857E-B0422B649B59}" type="parTrans" cxnId="{1A2C5FE1-542C-49B3-99C8-08F4E79F86CB}">
      <dgm:prSet/>
      <dgm:spPr/>
      <dgm:t>
        <a:bodyPr/>
        <a:lstStyle/>
        <a:p>
          <a:endParaRPr lang="fr-FR"/>
        </a:p>
      </dgm:t>
    </dgm:pt>
    <dgm:pt modelId="{4006B32C-433F-488E-BBA5-9A8C3FAB243A}" type="sibTrans" cxnId="{1A2C5FE1-542C-49B3-99C8-08F4E79F86CB}">
      <dgm:prSet/>
      <dgm:spPr/>
      <dgm:t>
        <a:bodyPr/>
        <a:lstStyle/>
        <a:p>
          <a:endParaRPr lang="fr-FR"/>
        </a:p>
      </dgm:t>
    </dgm:pt>
    <dgm:pt modelId="{2699D013-3951-4F7E-9A73-F70544BFD6F0}">
      <dgm:prSet/>
      <dgm:spPr/>
      <dgm:t>
        <a:bodyPr/>
        <a:lstStyle/>
        <a:p>
          <a:r>
            <a:rPr lang="fr-FR" dirty="0"/>
            <a:t>Présentation du modèle BASELINE : </a:t>
          </a:r>
          <a:r>
            <a:rPr lang="fr-FR" dirty="0" err="1"/>
            <a:t>UNet</a:t>
          </a:r>
          <a:endParaRPr lang="fr-FR" dirty="0"/>
        </a:p>
      </dgm:t>
    </dgm:pt>
    <dgm:pt modelId="{0D6681A2-BF65-4B31-81AA-12631E06C974}" type="parTrans" cxnId="{3B18AA4A-B45E-465D-838B-8E0C6B0C0B9B}">
      <dgm:prSet/>
      <dgm:spPr/>
      <dgm:t>
        <a:bodyPr/>
        <a:lstStyle/>
        <a:p>
          <a:endParaRPr lang="fr-FR"/>
        </a:p>
      </dgm:t>
    </dgm:pt>
    <dgm:pt modelId="{30AC7A29-99A9-4F2F-947F-289F713A329A}" type="sibTrans" cxnId="{3B18AA4A-B45E-465D-838B-8E0C6B0C0B9B}">
      <dgm:prSet/>
      <dgm:spPr/>
      <dgm:t>
        <a:bodyPr/>
        <a:lstStyle/>
        <a:p>
          <a:endParaRPr lang="fr-FR"/>
        </a:p>
      </dgm:t>
    </dgm:pt>
    <dgm:pt modelId="{4C4AB8ED-D24B-4C59-804E-CC457A1CEA98}">
      <dgm:prSet/>
      <dgm:spPr/>
      <dgm:t>
        <a:bodyPr/>
        <a:lstStyle/>
        <a:p>
          <a:r>
            <a:rPr lang="fr-FR" dirty="0"/>
            <a:t>Comparaison</a:t>
          </a:r>
        </a:p>
      </dgm:t>
    </dgm:pt>
    <dgm:pt modelId="{CFF46813-C9CC-45AC-B5DE-A402FDA20469}" type="parTrans" cxnId="{D244D47E-4746-4261-9117-613A5FC5CC7D}">
      <dgm:prSet/>
      <dgm:spPr/>
      <dgm:t>
        <a:bodyPr/>
        <a:lstStyle/>
        <a:p>
          <a:endParaRPr lang="fr-FR"/>
        </a:p>
      </dgm:t>
    </dgm:pt>
    <dgm:pt modelId="{4F9EA904-D39A-4F9E-ADC9-F869E7F1A620}" type="sibTrans" cxnId="{D244D47E-4746-4261-9117-613A5FC5CC7D}">
      <dgm:prSet/>
      <dgm:spPr/>
      <dgm:t>
        <a:bodyPr/>
        <a:lstStyle/>
        <a:p>
          <a:endParaRPr lang="fr-FR"/>
        </a:p>
      </dgm:t>
    </dgm:pt>
    <dgm:pt modelId="{21981582-3420-4370-9C66-09F67748DAAF}" type="pres">
      <dgm:prSet presAssocID="{23B1CD90-8861-45AB-A4DC-05A66CB354B0}" presName="Name0" presStyleCnt="0">
        <dgm:presLayoutVars>
          <dgm:dir/>
          <dgm:animLvl val="lvl"/>
          <dgm:resizeHandles val="exact"/>
        </dgm:presLayoutVars>
      </dgm:prSet>
      <dgm:spPr/>
    </dgm:pt>
    <dgm:pt modelId="{15D7BC70-2DF1-46BB-B2F5-D6DB76B16F1C}" type="pres">
      <dgm:prSet presAssocID="{73158E41-1BC8-42E0-81F5-BE103F2C13C8}" presName="linNode" presStyleCnt="0"/>
      <dgm:spPr/>
    </dgm:pt>
    <dgm:pt modelId="{9DDE3057-EF83-478A-A771-EFC50F6C14A4}" type="pres">
      <dgm:prSet presAssocID="{73158E41-1BC8-42E0-81F5-BE103F2C13C8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AC840B93-6171-4A64-9A29-C1BD8B5EA7E0}" type="pres">
      <dgm:prSet presAssocID="{73158E41-1BC8-42E0-81F5-BE103F2C13C8}" presName="descendantText" presStyleLbl="alignAccFollowNode1" presStyleIdx="0" presStyleCnt="5">
        <dgm:presLayoutVars>
          <dgm:bulletEnabled val="1"/>
        </dgm:presLayoutVars>
      </dgm:prSet>
      <dgm:spPr/>
    </dgm:pt>
    <dgm:pt modelId="{9792283F-9F91-4378-8605-6435C5F29BEB}" type="pres">
      <dgm:prSet presAssocID="{951B489B-16B0-4E69-9589-EAE3F9B477EF}" presName="sp" presStyleCnt="0"/>
      <dgm:spPr/>
    </dgm:pt>
    <dgm:pt modelId="{7D0F0B3E-89DB-400F-BA63-383AFD87E490}" type="pres">
      <dgm:prSet presAssocID="{2AB646CD-062D-405E-B22E-CD3EB8A390EB}" presName="linNode" presStyleCnt="0"/>
      <dgm:spPr/>
    </dgm:pt>
    <dgm:pt modelId="{25926874-5AE5-4336-B186-2983053F2B3C}" type="pres">
      <dgm:prSet presAssocID="{2AB646CD-062D-405E-B22E-CD3EB8A390EB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706F89CD-3494-4F48-BAFE-0938A0E2B088}" type="pres">
      <dgm:prSet presAssocID="{2AB646CD-062D-405E-B22E-CD3EB8A390EB}" presName="descendantText" presStyleLbl="alignAccFollowNode1" presStyleIdx="1" presStyleCnt="5">
        <dgm:presLayoutVars>
          <dgm:bulletEnabled val="1"/>
        </dgm:presLayoutVars>
      </dgm:prSet>
      <dgm:spPr/>
    </dgm:pt>
    <dgm:pt modelId="{C89815D8-AFC5-422E-9177-58520F63FF49}" type="pres">
      <dgm:prSet presAssocID="{58F83F42-A7F1-4559-B2D0-BCF0694EB4FE}" presName="sp" presStyleCnt="0"/>
      <dgm:spPr/>
    </dgm:pt>
    <dgm:pt modelId="{4C7406B4-62B3-420D-9174-255AB621CB8C}" type="pres">
      <dgm:prSet presAssocID="{3AA3E52F-95D7-41DC-B0E6-2F0181EF03E5}" presName="linNode" presStyleCnt="0"/>
      <dgm:spPr/>
    </dgm:pt>
    <dgm:pt modelId="{E3AFB158-31DB-431C-A76A-98D18DC78E89}" type="pres">
      <dgm:prSet presAssocID="{3AA3E52F-95D7-41DC-B0E6-2F0181EF03E5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A8546D23-D8CC-46EF-99A8-A76F67726094}" type="pres">
      <dgm:prSet presAssocID="{3AA3E52F-95D7-41DC-B0E6-2F0181EF03E5}" presName="descendantText" presStyleLbl="alignAccFollowNode1" presStyleIdx="2" presStyleCnt="5">
        <dgm:presLayoutVars>
          <dgm:bulletEnabled val="1"/>
        </dgm:presLayoutVars>
      </dgm:prSet>
      <dgm:spPr/>
    </dgm:pt>
    <dgm:pt modelId="{783AD905-A58A-41C4-AD9D-03C4180A8309}" type="pres">
      <dgm:prSet presAssocID="{C7AE7D21-CA65-46FE-AF44-4DAE8E78498E}" presName="sp" presStyleCnt="0"/>
      <dgm:spPr/>
    </dgm:pt>
    <dgm:pt modelId="{8346E510-EA7B-412B-B098-5BE92B82BC5D}" type="pres">
      <dgm:prSet presAssocID="{D8B5F8F0-3B4F-4F41-A161-550FF6026F4B}" presName="linNode" presStyleCnt="0"/>
      <dgm:spPr/>
    </dgm:pt>
    <dgm:pt modelId="{355185AF-F5B0-402D-BC6A-23C6CA06F52C}" type="pres">
      <dgm:prSet presAssocID="{D8B5F8F0-3B4F-4F41-A161-550FF6026F4B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85383EE8-B554-4D84-85F9-BA246FE1C9BA}" type="pres">
      <dgm:prSet presAssocID="{D8B5F8F0-3B4F-4F41-A161-550FF6026F4B}" presName="descendantText" presStyleLbl="alignAccFollowNode1" presStyleIdx="3" presStyleCnt="5">
        <dgm:presLayoutVars>
          <dgm:bulletEnabled val="1"/>
        </dgm:presLayoutVars>
      </dgm:prSet>
      <dgm:spPr/>
    </dgm:pt>
    <dgm:pt modelId="{84090C1E-CA18-40CF-9D80-8FEDE442D422}" type="pres">
      <dgm:prSet presAssocID="{A96AB7ED-8388-4717-8889-43313DBAA4DD}" presName="sp" presStyleCnt="0"/>
      <dgm:spPr/>
    </dgm:pt>
    <dgm:pt modelId="{E21455B6-393C-4895-84B8-63DD77A92139}" type="pres">
      <dgm:prSet presAssocID="{AE0BD3A6-8C72-4FEF-8A38-E7A79C8AC8FE}" presName="linNode" presStyleCnt="0"/>
      <dgm:spPr/>
    </dgm:pt>
    <dgm:pt modelId="{FDC99AF3-C5B0-4AA4-843C-55C1BD33DFF0}" type="pres">
      <dgm:prSet presAssocID="{AE0BD3A6-8C72-4FEF-8A38-E7A79C8AC8FE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CD328844-ACE7-4282-A3C2-E5E599742853}" type="pres">
      <dgm:prSet presAssocID="{AE0BD3A6-8C72-4FEF-8A38-E7A79C8AC8FE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392A9D0F-4900-41FD-BF9A-D205D9D14439}" srcId="{73158E41-1BC8-42E0-81F5-BE103F2C13C8}" destId="{1AC16854-5969-4B9E-AABD-0ECC5BA02AC0}" srcOrd="0" destOrd="0" parTransId="{18B23251-D5BE-48E7-9D4D-2F67454CE834}" sibTransId="{73CE91A0-2CD9-4484-B60F-D10D2652A25E}"/>
    <dgm:cxn modelId="{50EEEE11-712E-4038-9A4F-D3758C135984}" srcId="{2AB646CD-062D-405E-B22E-CD3EB8A390EB}" destId="{F145FC04-0618-467E-96A1-76411C9DEE8C}" srcOrd="1" destOrd="0" parTransId="{C07EB006-4869-43FC-A3FC-7CCACE78F7E0}" sibTransId="{BC2354C1-0406-4DAF-AAB7-E41F87FC83A1}"/>
    <dgm:cxn modelId="{0BBF9913-4FF5-4EE4-A3AE-BA83AFA57116}" srcId="{AE0BD3A6-8C72-4FEF-8A38-E7A79C8AC8FE}" destId="{71DF0F4B-86A6-43B2-8863-FA161D099FCB}" srcOrd="0" destOrd="0" parTransId="{12DA5B97-45E8-415F-B79B-4DEE738A9443}" sibTransId="{1E3CAC2A-746C-4E0D-8175-181095307973}"/>
    <dgm:cxn modelId="{DFF04B1B-C0F2-45B2-9657-163DD93A134E}" type="presOf" srcId="{2AB646CD-062D-405E-B22E-CD3EB8A390EB}" destId="{25926874-5AE5-4336-B186-2983053F2B3C}" srcOrd="0" destOrd="0" presId="urn:microsoft.com/office/officeart/2005/8/layout/vList5"/>
    <dgm:cxn modelId="{76B41D27-4342-4AD7-ADED-698DFA325D9A}" type="presOf" srcId="{1AC16854-5969-4B9E-AABD-0ECC5BA02AC0}" destId="{AC840B93-6171-4A64-9A29-C1BD8B5EA7E0}" srcOrd="0" destOrd="0" presId="urn:microsoft.com/office/officeart/2005/8/layout/vList5"/>
    <dgm:cxn modelId="{527C5B28-421E-425E-B165-2B55A0922EE6}" srcId="{23B1CD90-8861-45AB-A4DC-05A66CB354B0}" destId="{2AB646CD-062D-405E-B22E-CD3EB8A390EB}" srcOrd="1" destOrd="0" parTransId="{D70FD2F5-4F9C-41BC-A881-D9508EC0BF2F}" sibTransId="{58F83F42-A7F1-4559-B2D0-BCF0694EB4FE}"/>
    <dgm:cxn modelId="{742EC739-E4CC-4DD2-99FF-AA25EF8533B7}" type="presOf" srcId="{3AA3E52F-95D7-41DC-B0E6-2F0181EF03E5}" destId="{E3AFB158-31DB-431C-A76A-98D18DC78E89}" srcOrd="0" destOrd="0" presId="urn:microsoft.com/office/officeart/2005/8/layout/vList5"/>
    <dgm:cxn modelId="{1F27AF3F-CD4D-44BE-A6D9-46639E98411A}" type="presOf" srcId="{F145FC04-0618-467E-96A1-76411C9DEE8C}" destId="{706F89CD-3494-4F48-BAFE-0938A0E2B088}" srcOrd="0" destOrd="1" presId="urn:microsoft.com/office/officeart/2005/8/layout/vList5"/>
    <dgm:cxn modelId="{E25C2F69-DF77-49C3-88F7-A9F52F260488}" type="presOf" srcId="{043B1537-BDD9-4579-A9FB-AAA0B266556D}" destId="{AC840B93-6171-4A64-9A29-C1BD8B5EA7E0}" srcOrd="0" destOrd="1" presId="urn:microsoft.com/office/officeart/2005/8/layout/vList5"/>
    <dgm:cxn modelId="{3B18AA4A-B45E-465D-838B-8E0C6B0C0B9B}" srcId="{3AA3E52F-95D7-41DC-B0E6-2F0181EF03E5}" destId="{2699D013-3951-4F7E-9A73-F70544BFD6F0}" srcOrd="0" destOrd="0" parTransId="{0D6681A2-BF65-4B31-81AA-12631E06C974}" sibTransId="{30AC7A29-99A9-4F2F-947F-289F713A329A}"/>
    <dgm:cxn modelId="{860D184E-B1EC-4A08-A80B-19C4279F579D}" type="presOf" srcId="{71DF0F4B-86A6-43B2-8863-FA161D099FCB}" destId="{CD328844-ACE7-4282-A3C2-E5E599742853}" srcOrd="0" destOrd="0" presId="urn:microsoft.com/office/officeart/2005/8/layout/vList5"/>
    <dgm:cxn modelId="{9E98967C-B73C-4F8C-86D7-B83B7DD772E6}" srcId="{AE0BD3A6-8C72-4FEF-8A38-E7A79C8AC8FE}" destId="{E26EF943-052B-4F04-A9F9-73141FC99235}" srcOrd="1" destOrd="0" parTransId="{136437DA-98CB-4D00-BBDC-1DF273B41F90}" sibTransId="{AE0B1A1C-CD0D-4972-9812-3B6D32577F4B}"/>
    <dgm:cxn modelId="{D244D47E-4746-4261-9117-613A5FC5CC7D}" srcId="{3AA3E52F-95D7-41DC-B0E6-2F0181EF03E5}" destId="{4C4AB8ED-D24B-4C59-804E-CC457A1CEA98}" srcOrd="2" destOrd="0" parTransId="{CFF46813-C9CC-45AC-B5DE-A402FDA20469}" sibTransId="{4F9EA904-D39A-4F9E-ADC9-F869E7F1A620}"/>
    <dgm:cxn modelId="{F8D13681-08A3-43C2-80A7-7C8F04CBB35B}" srcId="{23B1CD90-8861-45AB-A4DC-05A66CB354B0}" destId="{AE0BD3A6-8C72-4FEF-8A38-E7A79C8AC8FE}" srcOrd="4" destOrd="0" parTransId="{FF0FE7A8-296C-41AE-945E-2799A30C544D}" sibTransId="{585994E8-1550-4FA8-BEA1-080789B703E6}"/>
    <dgm:cxn modelId="{A10A4282-87DF-4910-AC2D-5C8A7317AC5C}" type="presOf" srcId="{E26EF943-052B-4F04-A9F9-73141FC99235}" destId="{CD328844-ACE7-4282-A3C2-E5E599742853}" srcOrd="0" destOrd="1" presId="urn:microsoft.com/office/officeart/2005/8/layout/vList5"/>
    <dgm:cxn modelId="{8B94DF82-AB54-43F3-83BC-9E815C925E67}" srcId="{23B1CD90-8861-45AB-A4DC-05A66CB354B0}" destId="{D8B5F8F0-3B4F-4F41-A161-550FF6026F4B}" srcOrd="3" destOrd="0" parTransId="{DE2170E4-BB33-49C1-A107-47B86EBF81B2}" sibTransId="{A96AB7ED-8388-4717-8889-43313DBAA4DD}"/>
    <dgm:cxn modelId="{4378E095-2952-4DF9-959D-340C50F2FC4A}" type="presOf" srcId="{AE0BD3A6-8C72-4FEF-8A38-E7A79C8AC8FE}" destId="{FDC99AF3-C5B0-4AA4-843C-55C1BD33DFF0}" srcOrd="0" destOrd="0" presId="urn:microsoft.com/office/officeart/2005/8/layout/vList5"/>
    <dgm:cxn modelId="{3093A89C-7522-4390-A73F-C92D8FA029AB}" type="presOf" srcId="{D8B5F8F0-3B4F-4F41-A161-550FF6026F4B}" destId="{355185AF-F5B0-402D-BC6A-23C6CA06F52C}" srcOrd="0" destOrd="0" presId="urn:microsoft.com/office/officeart/2005/8/layout/vList5"/>
    <dgm:cxn modelId="{4A7789A2-33B6-495D-A6B6-A7E0ECB30250}" type="presOf" srcId="{73158E41-1BC8-42E0-81F5-BE103F2C13C8}" destId="{9DDE3057-EF83-478A-A771-EFC50F6C14A4}" srcOrd="0" destOrd="0" presId="urn:microsoft.com/office/officeart/2005/8/layout/vList5"/>
    <dgm:cxn modelId="{5CA2F2A2-2BEC-481D-BCF4-46A65489E1EF}" srcId="{23B1CD90-8861-45AB-A4DC-05A66CB354B0}" destId="{3AA3E52F-95D7-41DC-B0E6-2F0181EF03E5}" srcOrd="2" destOrd="0" parTransId="{D92BBDBF-E106-4385-889D-425C5AFC0DE2}" sibTransId="{C7AE7D21-CA65-46FE-AF44-4DAE8E78498E}"/>
    <dgm:cxn modelId="{292327A3-1390-4D46-B4AB-0A3558F5B68A}" srcId="{73158E41-1BC8-42E0-81F5-BE103F2C13C8}" destId="{043B1537-BDD9-4579-A9FB-AAA0B266556D}" srcOrd="1" destOrd="0" parTransId="{90242442-7398-4651-90E0-7D39501B3996}" sibTransId="{FC944746-3F13-4069-958C-8DFDC922CA23}"/>
    <dgm:cxn modelId="{AECAF5B1-D722-47A5-B1C1-6C7083DAA788}" type="presOf" srcId="{23B1CD90-8861-45AB-A4DC-05A66CB354B0}" destId="{21981582-3420-4370-9C66-09F67748DAAF}" srcOrd="0" destOrd="0" presId="urn:microsoft.com/office/officeart/2005/8/layout/vList5"/>
    <dgm:cxn modelId="{BB598BB4-79BC-46DA-B77B-E9853F1797BF}" type="presOf" srcId="{2699D013-3951-4F7E-9A73-F70544BFD6F0}" destId="{A8546D23-D8CC-46EF-99A8-A76F67726094}" srcOrd="0" destOrd="0" presId="urn:microsoft.com/office/officeart/2005/8/layout/vList5"/>
    <dgm:cxn modelId="{8027AAB8-1CA2-4000-80A1-23D5728FEF64}" type="presOf" srcId="{FFAECEF9-9AE8-4E2F-8E44-E08DBE910873}" destId="{A8546D23-D8CC-46EF-99A8-A76F67726094}" srcOrd="0" destOrd="1" presId="urn:microsoft.com/office/officeart/2005/8/layout/vList5"/>
    <dgm:cxn modelId="{38B00BC5-6B0C-4941-82C7-545D47FEF31A}" type="presOf" srcId="{2D10D31D-6EA5-4AE3-B2D4-9EF0876F6094}" destId="{706F89CD-3494-4F48-BAFE-0938A0E2B088}" srcOrd="0" destOrd="0" presId="urn:microsoft.com/office/officeart/2005/8/layout/vList5"/>
    <dgm:cxn modelId="{CA213DC7-66CF-4DD8-9858-1ED5D9453354}" srcId="{23B1CD90-8861-45AB-A4DC-05A66CB354B0}" destId="{73158E41-1BC8-42E0-81F5-BE103F2C13C8}" srcOrd="0" destOrd="0" parTransId="{B617F187-F999-485B-B2B5-816E6BE3166D}" sibTransId="{951B489B-16B0-4E69-9589-EAE3F9B477EF}"/>
    <dgm:cxn modelId="{60EB64D3-CC95-45F8-A04C-224A90894527}" srcId="{D8B5F8F0-3B4F-4F41-A161-550FF6026F4B}" destId="{121A57E1-32B5-4CEC-92F4-B6D5552CF6AA}" srcOrd="0" destOrd="0" parTransId="{E97EC902-0291-4F50-83FB-E1B231C35C68}" sibTransId="{58284398-214B-4225-9E0D-EF174CB83A20}"/>
    <dgm:cxn modelId="{1A459DD3-DAB6-43D6-A8F2-E1964E86EED7}" type="presOf" srcId="{8CC92C3B-140A-49B8-B713-B94019597401}" destId="{85383EE8-B554-4D84-85F9-BA246FE1C9BA}" srcOrd="0" destOrd="1" presId="urn:microsoft.com/office/officeart/2005/8/layout/vList5"/>
    <dgm:cxn modelId="{AFC0A6D4-DDA1-487A-AE5D-0C928D8FB328}" type="presOf" srcId="{4C4AB8ED-D24B-4C59-804E-CC457A1CEA98}" destId="{A8546D23-D8CC-46EF-99A8-A76F67726094}" srcOrd="0" destOrd="2" presId="urn:microsoft.com/office/officeart/2005/8/layout/vList5"/>
    <dgm:cxn modelId="{1A2C5FE1-542C-49B3-99C8-08F4E79F86CB}" srcId="{D8B5F8F0-3B4F-4F41-A161-550FF6026F4B}" destId="{8CC92C3B-140A-49B8-B713-B94019597401}" srcOrd="1" destOrd="0" parTransId="{EDC4B0D0-79A5-4990-857E-B0422B649B59}" sibTransId="{4006B32C-433F-488E-BBA5-9A8C3FAB243A}"/>
    <dgm:cxn modelId="{2236A1F0-BD0B-4B75-9D93-BF2DE66EBEC1}" srcId="{3AA3E52F-95D7-41DC-B0E6-2F0181EF03E5}" destId="{FFAECEF9-9AE8-4E2F-8E44-E08DBE910873}" srcOrd="1" destOrd="0" parTransId="{6D6C2519-8F3D-42BB-90CE-78636B592E7B}" sibTransId="{BC7E230C-F18E-43A3-B014-5033393FD2B0}"/>
    <dgm:cxn modelId="{99E417F6-D298-4D16-873D-7286AC517A59}" srcId="{2AB646CD-062D-405E-B22E-CD3EB8A390EB}" destId="{2D10D31D-6EA5-4AE3-B2D4-9EF0876F6094}" srcOrd="0" destOrd="0" parTransId="{AF2B5638-9776-47DE-AFAC-518F66C4FECD}" sibTransId="{F5200A5C-21C7-4214-BBDF-8DFB16432DF4}"/>
    <dgm:cxn modelId="{008D1FFD-D448-4886-88EA-BDB89DEEB355}" type="presOf" srcId="{121A57E1-32B5-4CEC-92F4-B6D5552CF6AA}" destId="{85383EE8-B554-4D84-85F9-BA246FE1C9BA}" srcOrd="0" destOrd="0" presId="urn:microsoft.com/office/officeart/2005/8/layout/vList5"/>
    <dgm:cxn modelId="{D2175B18-09AB-471C-84A6-7D8A816769D3}" type="presParOf" srcId="{21981582-3420-4370-9C66-09F67748DAAF}" destId="{15D7BC70-2DF1-46BB-B2F5-D6DB76B16F1C}" srcOrd="0" destOrd="0" presId="urn:microsoft.com/office/officeart/2005/8/layout/vList5"/>
    <dgm:cxn modelId="{C3CC9A33-F2E4-4D0B-8410-93D839711B40}" type="presParOf" srcId="{15D7BC70-2DF1-46BB-B2F5-D6DB76B16F1C}" destId="{9DDE3057-EF83-478A-A771-EFC50F6C14A4}" srcOrd="0" destOrd="0" presId="urn:microsoft.com/office/officeart/2005/8/layout/vList5"/>
    <dgm:cxn modelId="{2C6CA7F8-7745-45DA-A3F0-7B6DCF40500C}" type="presParOf" srcId="{15D7BC70-2DF1-46BB-B2F5-D6DB76B16F1C}" destId="{AC840B93-6171-4A64-9A29-C1BD8B5EA7E0}" srcOrd="1" destOrd="0" presId="urn:microsoft.com/office/officeart/2005/8/layout/vList5"/>
    <dgm:cxn modelId="{02D4383F-DE85-4E32-A9E7-D001C4BE5F35}" type="presParOf" srcId="{21981582-3420-4370-9C66-09F67748DAAF}" destId="{9792283F-9F91-4378-8605-6435C5F29BEB}" srcOrd="1" destOrd="0" presId="urn:microsoft.com/office/officeart/2005/8/layout/vList5"/>
    <dgm:cxn modelId="{3273A236-E93C-45C1-A2A5-DD7B8DADA313}" type="presParOf" srcId="{21981582-3420-4370-9C66-09F67748DAAF}" destId="{7D0F0B3E-89DB-400F-BA63-383AFD87E490}" srcOrd="2" destOrd="0" presId="urn:microsoft.com/office/officeart/2005/8/layout/vList5"/>
    <dgm:cxn modelId="{111CE9E7-0604-4C71-93EB-FB0841CEDDD2}" type="presParOf" srcId="{7D0F0B3E-89DB-400F-BA63-383AFD87E490}" destId="{25926874-5AE5-4336-B186-2983053F2B3C}" srcOrd="0" destOrd="0" presId="urn:microsoft.com/office/officeart/2005/8/layout/vList5"/>
    <dgm:cxn modelId="{B6A19DC7-CA31-41D9-B3A8-33A51F3EDC2A}" type="presParOf" srcId="{7D0F0B3E-89DB-400F-BA63-383AFD87E490}" destId="{706F89CD-3494-4F48-BAFE-0938A0E2B088}" srcOrd="1" destOrd="0" presId="urn:microsoft.com/office/officeart/2005/8/layout/vList5"/>
    <dgm:cxn modelId="{5C1817A8-66B2-4AEF-91F4-DB1D87248978}" type="presParOf" srcId="{21981582-3420-4370-9C66-09F67748DAAF}" destId="{C89815D8-AFC5-422E-9177-58520F63FF49}" srcOrd="3" destOrd="0" presId="urn:microsoft.com/office/officeart/2005/8/layout/vList5"/>
    <dgm:cxn modelId="{E2BB7A17-07E0-457C-BADA-0212FCA06ECA}" type="presParOf" srcId="{21981582-3420-4370-9C66-09F67748DAAF}" destId="{4C7406B4-62B3-420D-9174-255AB621CB8C}" srcOrd="4" destOrd="0" presId="urn:microsoft.com/office/officeart/2005/8/layout/vList5"/>
    <dgm:cxn modelId="{CCF54597-8BC3-4155-89AE-5F869E57F4C9}" type="presParOf" srcId="{4C7406B4-62B3-420D-9174-255AB621CB8C}" destId="{E3AFB158-31DB-431C-A76A-98D18DC78E89}" srcOrd="0" destOrd="0" presId="urn:microsoft.com/office/officeart/2005/8/layout/vList5"/>
    <dgm:cxn modelId="{D982BC4D-A2E4-440C-955F-2682208301DA}" type="presParOf" srcId="{4C7406B4-62B3-420D-9174-255AB621CB8C}" destId="{A8546D23-D8CC-46EF-99A8-A76F67726094}" srcOrd="1" destOrd="0" presId="urn:microsoft.com/office/officeart/2005/8/layout/vList5"/>
    <dgm:cxn modelId="{F355BBC2-BEC9-42B8-BD49-B60FEC6B45BA}" type="presParOf" srcId="{21981582-3420-4370-9C66-09F67748DAAF}" destId="{783AD905-A58A-41C4-AD9D-03C4180A8309}" srcOrd="5" destOrd="0" presId="urn:microsoft.com/office/officeart/2005/8/layout/vList5"/>
    <dgm:cxn modelId="{FFCCB47D-03ED-4485-9E46-9F41BAD5F2C3}" type="presParOf" srcId="{21981582-3420-4370-9C66-09F67748DAAF}" destId="{8346E510-EA7B-412B-B098-5BE92B82BC5D}" srcOrd="6" destOrd="0" presId="urn:microsoft.com/office/officeart/2005/8/layout/vList5"/>
    <dgm:cxn modelId="{EF501A26-DF11-46D5-A062-EF5194C9B546}" type="presParOf" srcId="{8346E510-EA7B-412B-B098-5BE92B82BC5D}" destId="{355185AF-F5B0-402D-BC6A-23C6CA06F52C}" srcOrd="0" destOrd="0" presId="urn:microsoft.com/office/officeart/2005/8/layout/vList5"/>
    <dgm:cxn modelId="{8E40874B-EBE4-4030-B1AA-F462F15548E9}" type="presParOf" srcId="{8346E510-EA7B-412B-B098-5BE92B82BC5D}" destId="{85383EE8-B554-4D84-85F9-BA246FE1C9BA}" srcOrd="1" destOrd="0" presId="urn:microsoft.com/office/officeart/2005/8/layout/vList5"/>
    <dgm:cxn modelId="{F2527C26-8E04-4BEE-B050-F56825BBABCF}" type="presParOf" srcId="{21981582-3420-4370-9C66-09F67748DAAF}" destId="{84090C1E-CA18-40CF-9D80-8FEDE442D422}" srcOrd="7" destOrd="0" presId="urn:microsoft.com/office/officeart/2005/8/layout/vList5"/>
    <dgm:cxn modelId="{A487F0BB-B98B-4AC4-A1DA-2ABD2DE77092}" type="presParOf" srcId="{21981582-3420-4370-9C66-09F67748DAAF}" destId="{E21455B6-393C-4895-84B8-63DD77A92139}" srcOrd="8" destOrd="0" presId="urn:microsoft.com/office/officeart/2005/8/layout/vList5"/>
    <dgm:cxn modelId="{C989C36C-FC90-4FE9-B9B1-775AE6F33938}" type="presParOf" srcId="{E21455B6-393C-4895-84B8-63DD77A92139}" destId="{FDC99AF3-C5B0-4AA4-843C-55C1BD33DFF0}" srcOrd="0" destOrd="0" presId="urn:microsoft.com/office/officeart/2005/8/layout/vList5"/>
    <dgm:cxn modelId="{3258F771-A294-4EDB-B247-D5523BB7540C}" type="presParOf" srcId="{E21455B6-393C-4895-84B8-63DD77A92139}" destId="{CD328844-ACE7-4282-A3C2-E5E59974285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236E84-B698-49E7-9D44-822186AEF32B}" type="doc">
      <dgm:prSet loTypeId="urn:microsoft.com/office/officeart/2005/8/layout/venn1" loCatId="relationship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8503407-B99F-4179-B051-84CBB50037D2}">
      <dgm:prSet/>
      <dgm:spPr>
        <a:solidFill>
          <a:schemeClr val="accent1">
            <a:hueOff val="0"/>
            <a:satOff val="0"/>
            <a:lumOff val="0"/>
            <a:alpha val="25000"/>
          </a:schemeClr>
        </a:solidFill>
      </dgm:spPr>
      <dgm:t>
        <a:bodyPr/>
        <a:lstStyle/>
        <a:p>
          <a:endParaRPr lang="fr-FR" dirty="0">
            <a:solidFill>
              <a:schemeClr val="bg1"/>
            </a:solidFill>
          </a:endParaRPr>
        </a:p>
      </dgm:t>
    </dgm:pt>
    <dgm:pt modelId="{3E485D22-2196-40CC-BE70-2BA0A1A1D7E3}" type="parTrans" cxnId="{A98726C6-F360-4F2D-96A9-0F4EB29FEBE1}">
      <dgm:prSet/>
      <dgm:spPr/>
      <dgm:t>
        <a:bodyPr/>
        <a:lstStyle/>
        <a:p>
          <a:endParaRPr lang="fr-FR"/>
        </a:p>
      </dgm:t>
    </dgm:pt>
    <dgm:pt modelId="{87F96C9E-799D-4DAB-9715-516EFF8968B6}" type="sibTrans" cxnId="{A98726C6-F360-4F2D-96A9-0F4EB29FEBE1}">
      <dgm:prSet/>
      <dgm:spPr/>
      <dgm:t>
        <a:bodyPr/>
        <a:lstStyle/>
        <a:p>
          <a:endParaRPr lang="fr-FR"/>
        </a:p>
      </dgm:t>
    </dgm:pt>
    <dgm:pt modelId="{89159B71-302D-4379-9FDD-F35883984998}">
      <dgm:prSet custT="1"/>
      <dgm:spPr/>
      <dgm:t>
        <a:bodyPr/>
        <a:lstStyle/>
        <a:p>
          <a:r>
            <a:rPr lang="fr-FR" sz="1700" b="1" dirty="0">
              <a:solidFill>
                <a:schemeClr val="bg1"/>
              </a:solidFill>
            </a:rPr>
            <a:t>Solution à développer</a:t>
          </a:r>
        </a:p>
      </dgm:t>
    </dgm:pt>
    <dgm:pt modelId="{ABABC351-B504-43AE-B841-9370693C023F}" type="parTrans" cxnId="{340E048A-D0DB-46C7-88E2-592848D16EA0}">
      <dgm:prSet/>
      <dgm:spPr/>
      <dgm:t>
        <a:bodyPr/>
        <a:lstStyle/>
        <a:p>
          <a:endParaRPr lang="fr-FR"/>
        </a:p>
      </dgm:t>
    </dgm:pt>
    <dgm:pt modelId="{502A5160-E048-4731-83D3-D04A41899FDE}" type="sibTrans" cxnId="{340E048A-D0DB-46C7-88E2-592848D16EA0}">
      <dgm:prSet/>
      <dgm:spPr/>
      <dgm:t>
        <a:bodyPr/>
        <a:lstStyle/>
        <a:p>
          <a:endParaRPr lang="fr-FR"/>
        </a:p>
      </dgm:t>
    </dgm:pt>
    <dgm:pt modelId="{77E43754-53BB-4A02-8691-96CE3EDC7B9D}">
      <dgm:prSet custT="1"/>
      <dgm:spPr/>
      <dgm:t>
        <a:bodyPr/>
        <a:lstStyle/>
        <a:p>
          <a:r>
            <a:rPr lang="fr-FR" sz="1200" dirty="0">
              <a:solidFill>
                <a:schemeClr val="bg1"/>
              </a:solidFill>
            </a:rPr>
            <a:t>Faire une veille technologique afin de chercher et trouver un modèle récent ( &lt; 5ans ) et correspondant au besoin</a:t>
          </a:r>
        </a:p>
      </dgm:t>
    </dgm:pt>
    <dgm:pt modelId="{BE4BE9FD-8D97-4738-BE9E-05EEDAE0DC13}" type="parTrans" cxnId="{CD6B53F1-9831-45F9-8C70-D93422C7AFA8}">
      <dgm:prSet/>
      <dgm:spPr/>
      <dgm:t>
        <a:bodyPr/>
        <a:lstStyle/>
        <a:p>
          <a:endParaRPr lang="fr-FR"/>
        </a:p>
      </dgm:t>
    </dgm:pt>
    <dgm:pt modelId="{F41C7201-D38F-4D01-B2AB-A05A1DF2C049}" type="sibTrans" cxnId="{CD6B53F1-9831-45F9-8C70-D93422C7AFA8}">
      <dgm:prSet/>
      <dgm:spPr/>
      <dgm:t>
        <a:bodyPr/>
        <a:lstStyle/>
        <a:p>
          <a:endParaRPr lang="fr-FR"/>
        </a:p>
      </dgm:t>
    </dgm:pt>
    <dgm:pt modelId="{ABEF5CF8-C9A5-49E7-9F5F-43593F9BF845}">
      <dgm:prSet custT="1"/>
      <dgm:spPr/>
      <dgm:t>
        <a:bodyPr/>
        <a:lstStyle/>
        <a:p>
          <a:pPr algn="l">
            <a:buNone/>
          </a:pPr>
          <a:r>
            <a:rPr lang="fr-FR" sz="1700" b="1" dirty="0">
              <a:solidFill>
                <a:schemeClr val="bg1"/>
              </a:solidFill>
            </a:rPr>
            <a:t>Objectif</a:t>
          </a:r>
        </a:p>
      </dgm:t>
    </dgm:pt>
    <dgm:pt modelId="{E5035F29-DCAA-4DB8-ACA6-97BA80308FCE}" type="parTrans" cxnId="{59F83DBE-68F7-46FA-8C14-77CB86046446}">
      <dgm:prSet/>
      <dgm:spPr/>
      <dgm:t>
        <a:bodyPr/>
        <a:lstStyle/>
        <a:p>
          <a:endParaRPr lang="fr-FR"/>
        </a:p>
      </dgm:t>
    </dgm:pt>
    <dgm:pt modelId="{91828195-AFB5-4CBA-ABDE-E58FCADC652D}" type="sibTrans" cxnId="{59F83DBE-68F7-46FA-8C14-77CB86046446}">
      <dgm:prSet/>
      <dgm:spPr/>
      <dgm:t>
        <a:bodyPr/>
        <a:lstStyle/>
        <a:p>
          <a:endParaRPr lang="fr-FR"/>
        </a:p>
      </dgm:t>
    </dgm:pt>
    <dgm:pt modelId="{3D0177F2-5318-4F79-A579-D775726089E6}">
      <dgm:prSet/>
      <dgm:spPr/>
      <dgm:t>
        <a:bodyPr/>
        <a:lstStyle/>
        <a:p>
          <a:endParaRPr lang="fr-FR" sz="1300" dirty="0">
            <a:solidFill>
              <a:schemeClr val="bg1"/>
            </a:solidFill>
          </a:endParaRPr>
        </a:p>
      </dgm:t>
    </dgm:pt>
    <dgm:pt modelId="{5BEB7921-AEA0-4AC9-ACFF-00027D9F5615}" type="parTrans" cxnId="{8EE7A899-ED88-46BB-A9FC-2B2F18B636EE}">
      <dgm:prSet/>
      <dgm:spPr/>
      <dgm:t>
        <a:bodyPr/>
        <a:lstStyle/>
        <a:p>
          <a:endParaRPr lang="fr-FR"/>
        </a:p>
      </dgm:t>
    </dgm:pt>
    <dgm:pt modelId="{8E3CE9B1-154B-499F-86B3-C420508528D0}" type="sibTrans" cxnId="{8EE7A899-ED88-46BB-A9FC-2B2F18B636EE}">
      <dgm:prSet/>
      <dgm:spPr/>
      <dgm:t>
        <a:bodyPr/>
        <a:lstStyle/>
        <a:p>
          <a:endParaRPr lang="fr-FR"/>
        </a:p>
      </dgm:t>
    </dgm:pt>
    <dgm:pt modelId="{5BF8C613-57E1-434F-8F52-D354C87FB039}">
      <dgm:prSet/>
      <dgm:spPr/>
      <dgm:t>
        <a:bodyPr/>
        <a:lstStyle/>
        <a:p>
          <a:endParaRPr lang="fr-FR" sz="1300" dirty="0">
            <a:solidFill>
              <a:schemeClr val="bg1"/>
            </a:solidFill>
          </a:endParaRPr>
        </a:p>
      </dgm:t>
    </dgm:pt>
    <dgm:pt modelId="{27A85DA6-2BEC-4E9B-8F6B-7D2BE9357E39}" type="parTrans" cxnId="{B665E4BF-72C5-4D8E-A930-4D9953F4DF37}">
      <dgm:prSet/>
      <dgm:spPr/>
      <dgm:t>
        <a:bodyPr/>
        <a:lstStyle/>
        <a:p>
          <a:endParaRPr lang="fr-FR"/>
        </a:p>
      </dgm:t>
    </dgm:pt>
    <dgm:pt modelId="{2DD1B21E-9AEF-423F-9A1C-76F3CA777E41}" type="sibTrans" cxnId="{B665E4BF-72C5-4D8E-A930-4D9953F4DF37}">
      <dgm:prSet/>
      <dgm:spPr/>
      <dgm:t>
        <a:bodyPr/>
        <a:lstStyle/>
        <a:p>
          <a:endParaRPr lang="fr-FR"/>
        </a:p>
      </dgm:t>
    </dgm:pt>
    <dgm:pt modelId="{48544FCF-5239-4665-AD5D-A915FB4FF76B}">
      <dgm:prSet/>
      <dgm:spPr/>
      <dgm:t>
        <a:bodyPr/>
        <a:lstStyle/>
        <a:p>
          <a:endParaRPr lang="fr-FR" sz="1300" dirty="0">
            <a:solidFill>
              <a:schemeClr val="bg1"/>
            </a:solidFill>
          </a:endParaRPr>
        </a:p>
      </dgm:t>
    </dgm:pt>
    <dgm:pt modelId="{DA01D0C2-BC4F-4563-A48F-5D0DBF651B4B}" type="parTrans" cxnId="{B4C6606B-F273-4DA6-B1A6-E2C5BDD798D5}">
      <dgm:prSet/>
      <dgm:spPr/>
      <dgm:t>
        <a:bodyPr/>
        <a:lstStyle/>
        <a:p>
          <a:endParaRPr lang="fr-FR"/>
        </a:p>
      </dgm:t>
    </dgm:pt>
    <dgm:pt modelId="{B9F1153F-45AC-4B83-B9E4-60C60FA5A42A}" type="sibTrans" cxnId="{B4C6606B-F273-4DA6-B1A6-E2C5BDD798D5}">
      <dgm:prSet/>
      <dgm:spPr/>
      <dgm:t>
        <a:bodyPr/>
        <a:lstStyle/>
        <a:p>
          <a:endParaRPr lang="fr-FR"/>
        </a:p>
      </dgm:t>
    </dgm:pt>
    <dgm:pt modelId="{8CB9D74C-526C-4D64-947B-90E8DD1A09FE}">
      <dgm:prSet custT="1"/>
      <dgm:spPr/>
      <dgm:t>
        <a:bodyPr/>
        <a:lstStyle/>
        <a:p>
          <a:pPr algn="l">
            <a:buNone/>
          </a:pPr>
          <a:r>
            <a:rPr lang="fr-FR" sz="1100" dirty="0">
              <a:solidFill>
                <a:schemeClr val="bg1"/>
              </a:solidFill>
            </a:rPr>
            <a:t>		</a:t>
          </a:r>
        </a:p>
      </dgm:t>
    </dgm:pt>
    <dgm:pt modelId="{240DF34F-4D1D-4C7C-9CF7-BBB461D44347}" type="parTrans" cxnId="{8B749D27-8DB3-4FD7-8544-4DB83C7280D0}">
      <dgm:prSet/>
      <dgm:spPr/>
      <dgm:t>
        <a:bodyPr/>
        <a:lstStyle/>
        <a:p>
          <a:endParaRPr lang="fr-FR"/>
        </a:p>
      </dgm:t>
    </dgm:pt>
    <dgm:pt modelId="{4F573D18-7544-43CF-A2DB-901372E63750}" type="sibTrans" cxnId="{8B749D27-8DB3-4FD7-8544-4DB83C7280D0}">
      <dgm:prSet/>
      <dgm:spPr/>
      <dgm:t>
        <a:bodyPr/>
        <a:lstStyle/>
        <a:p>
          <a:endParaRPr lang="fr-FR"/>
        </a:p>
      </dgm:t>
    </dgm:pt>
    <dgm:pt modelId="{717A096D-9922-4753-9D8E-483C30240551}">
      <dgm:prSet custT="1"/>
      <dgm:spPr/>
      <dgm:t>
        <a:bodyPr/>
        <a:lstStyle/>
        <a:p>
          <a:pPr algn="l">
            <a:buNone/>
          </a:pPr>
          <a:endParaRPr lang="fr-FR" sz="1100" dirty="0">
            <a:solidFill>
              <a:schemeClr val="bg1"/>
            </a:solidFill>
          </a:endParaRPr>
        </a:p>
      </dgm:t>
    </dgm:pt>
    <dgm:pt modelId="{91297A21-D7E0-4CD1-82CE-AB56327F03B5}" type="parTrans" cxnId="{7A0DCDBA-8154-4907-87B8-8C2CE678A8FD}">
      <dgm:prSet/>
      <dgm:spPr/>
      <dgm:t>
        <a:bodyPr/>
        <a:lstStyle/>
        <a:p>
          <a:endParaRPr lang="fr-FR"/>
        </a:p>
      </dgm:t>
    </dgm:pt>
    <dgm:pt modelId="{BF7AF49C-6F72-4FDB-AB42-4FBB92F70BC1}" type="sibTrans" cxnId="{7A0DCDBA-8154-4907-87B8-8C2CE678A8FD}">
      <dgm:prSet/>
      <dgm:spPr/>
      <dgm:t>
        <a:bodyPr/>
        <a:lstStyle/>
        <a:p>
          <a:endParaRPr lang="fr-FR"/>
        </a:p>
      </dgm:t>
    </dgm:pt>
    <dgm:pt modelId="{391E73A3-9B83-4A5D-ACE8-FD3EAAB500C2}">
      <dgm:prSet custT="1"/>
      <dgm:spPr/>
      <dgm:t>
        <a:bodyPr/>
        <a:lstStyle/>
        <a:p>
          <a:pPr algn="l"/>
          <a:r>
            <a:rPr lang="fr-FR" sz="1200" dirty="0">
              <a:solidFill>
                <a:schemeClr val="bg1"/>
              </a:solidFill>
            </a:rPr>
            <a:t>Améliorer les performances d’un modèle existant</a:t>
          </a:r>
        </a:p>
      </dgm:t>
    </dgm:pt>
    <dgm:pt modelId="{81D1E089-F59D-4E0B-85E2-0AAB8D9EDCA2}" type="sibTrans" cxnId="{7B6192CB-BB48-4D13-81BA-38F6064908DE}">
      <dgm:prSet/>
      <dgm:spPr/>
      <dgm:t>
        <a:bodyPr/>
        <a:lstStyle/>
        <a:p>
          <a:endParaRPr lang="fr-FR"/>
        </a:p>
      </dgm:t>
    </dgm:pt>
    <dgm:pt modelId="{621526C7-DBBA-4EA4-B052-CE52AB759B06}" type="parTrans" cxnId="{7B6192CB-BB48-4D13-81BA-38F6064908DE}">
      <dgm:prSet/>
      <dgm:spPr/>
      <dgm:t>
        <a:bodyPr/>
        <a:lstStyle/>
        <a:p>
          <a:endParaRPr lang="fr-FR"/>
        </a:p>
      </dgm:t>
    </dgm:pt>
    <dgm:pt modelId="{64FB8642-9DC6-49BE-BA04-650009FAE73E}" type="pres">
      <dgm:prSet presAssocID="{33236E84-B698-49E7-9D44-822186AEF32B}" presName="compositeShape" presStyleCnt="0">
        <dgm:presLayoutVars>
          <dgm:chMax val="7"/>
          <dgm:dir/>
          <dgm:resizeHandles val="exact"/>
        </dgm:presLayoutVars>
      </dgm:prSet>
      <dgm:spPr/>
    </dgm:pt>
    <dgm:pt modelId="{039B5F90-DDF5-4DAA-8DC2-4F98DE34A2ED}" type="pres">
      <dgm:prSet presAssocID="{38503407-B99F-4179-B051-84CBB50037D2}" presName="circ1" presStyleLbl="vennNode1" presStyleIdx="0" presStyleCnt="3" custLinFactNeighborX="-483" custLinFactNeighborY="-665"/>
      <dgm:spPr/>
    </dgm:pt>
    <dgm:pt modelId="{FC48E8F7-CEFF-4FC3-B7DC-F652014A39D4}" type="pres">
      <dgm:prSet presAssocID="{38503407-B99F-4179-B051-84CBB50037D2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63E083D-915C-4650-A924-AD549D7D1FCA}" type="pres">
      <dgm:prSet presAssocID="{89159B71-302D-4379-9FDD-F35883984998}" presName="circ2" presStyleLbl="vennNode1" presStyleIdx="1" presStyleCnt="3" custScaleX="108401" custScaleY="106501"/>
      <dgm:spPr/>
    </dgm:pt>
    <dgm:pt modelId="{37385B85-5DA3-4B4E-9171-52720128D804}" type="pres">
      <dgm:prSet presAssocID="{89159B71-302D-4379-9FDD-F35883984998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D50FD34-D823-4432-9C74-6983EA14AC63}" type="pres">
      <dgm:prSet presAssocID="{ABEF5CF8-C9A5-49E7-9F5F-43593F9BF845}" presName="circ3" presStyleLbl="vennNode1" presStyleIdx="2" presStyleCnt="3" custScaleX="109259" custScaleY="107586" custLinFactNeighborX="-2253" custLinFactNeighborY="-102"/>
      <dgm:spPr/>
    </dgm:pt>
    <dgm:pt modelId="{CAA5F058-410A-463E-ADFB-6E5C4D3ECCEF}" type="pres">
      <dgm:prSet presAssocID="{ABEF5CF8-C9A5-49E7-9F5F-43593F9BF845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C7CE500-10DB-421A-846A-A3AC2991458B}" type="presOf" srcId="{77E43754-53BB-4A02-8691-96CE3EDC7B9D}" destId="{B63E083D-915C-4650-A924-AD549D7D1FCA}" srcOrd="0" destOrd="1" presId="urn:microsoft.com/office/officeart/2005/8/layout/venn1"/>
    <dgm:cxn modelId="{88B82B06-6FD8-46D6-B8A4-AA45A77DDC80}" type="presOf" srcId="{5BF8C613-57E1-434F-8F52-D354C87FB039}" destId="{37385B85-5DA3-4B4E-9171-52720128D804}" srcOrd="1" destOrd="4" presId="urn:microsoft.com/office/officeart/2005/8/layout/venn1"/>
    <dgm:cxn modelId="{8B749D27-8DB3-4FD7-8544-4DB83C7280D0}" srcId="{391E73A3-9B83-4A5D-ACE8-FD3EAAB500C2}" destId="{8CB9D74C-526C-4D64-947B-90E8DD1A09FE}" srcOrd="0" destOrd="0" parTransId="{240DF34F-4D1D-4C7C-9CF7-BBB461D44347}" sibTransId="{4F573D18-7544-43CF-A2DB-901372E63750}"/>
    <dgm:cxn modelId="{D57C842A-D04B-4308-AEF9-DFB3946CC03A}" type="presOf" srcId="{8CB9D74C-526C-4D64-947B-90E8DD1A09FE}" destId="{CAA5F058-410A-463E-ADFB-6E5C4D3ECCEF}" srcOrd="1" destOrd="2" presId="urn:microsoft.com/office/officeart/2005/8/layout/venn1"/>
    <dgm:cxn modelId="{9F30D33C-1D9C-4987-BCCA-37BFFE99E413}" type="presOf" srcId="{48544FCF-5239-4665-AD5D-A915FB4FF76B}" destId="{37385B85-5DA3-4B4E-9171-52720128D804}" srcOrd="1" destOrd="2" presId="urn:microsoft.com/office/officeart/2005/8/layout/venn1"/>
    <dgm:cxn modelId="{2FC3003F-5A47-4B69-85E5-FD9A88F862A0}" type="presOf" srcId="{ABEF5CF8-C9A5-49E7-9F5F-43593F9BF845}" destId="{CAA5F058-410A-463E-ADFB-6E5C4D3ECCEF}" srcOrd="1" destOrd="0" presId="urn:microsoft.com/office/officeart/2005/8/layout/venn1"/>
    <dgm:cxn modelId="{8BE2AE61-57DC-4B4F-A405-24DCFE4E59E7}" type="presOf" srcId="{8CB9D74C-526C-4D64-947B-90E8DD1A09FE}" destId="{6D50FD34-D823-4432-9C74-6983EA14AC63}" srcOrd="0" destOrd="2" presId="urn:microsoft.com/office/officeart/2005/8/layout/venn1"/>
    <dgm:cxn modelId="{F14ED464-B614-4AA2-A26F-979F8A60C8F7}" type="presOf" srcId="{391E73A3-9B83-4A5D-ACE8-FD3EAAB500C2}" destId="{6D50FD34-D823-4432-9C74-6983EA14AC63}" srcOrd="0" destOrd="1" presId="urn:microsoft.com/office/officeart/2005/8/layout/venn1"/>
    <dgm:cxn modelId="{72BCAC45-DE21-4675-893F-E6469136D99A}" type="presOf" srcId="{3D0177F2-5318-4F79-A579-D775726089E6}" destId="{37385B85-5DA3-4B4E-9171-52720128D804}" srcOrd="1" destOrd="3" presId="urn:microsoft.com/office/officeart/2005/8/layout/venn1"/>
    <dgm:cxn modelId="{FF6AA148-8A12-4B3E-9236-1EAFD103E1A4}" type="presOf" srcId="{89159B71-302D-4379-9FDD-F35883984998}" destId="{B63E083D-915C-4650-A924-AD549D7D1FCA}" srcOrd="0" destOrd="0" presId="urn:microsoft.com/office/officeart/2005/8/layout/venn1"/>
    <dgm:cxn modelId="{B4C6606B-F273-4DA6-B1A6-E2C5BDD798D5}" srcId="{89159B71-302D-4379-9FDD-F35883984998}" destId="{48544FCF-5239-4665-AD5D-A915FB4FF76B}" srcOrd="1" destOrd="0" parTransId="{DA01D0C2-BC4F-4563-A48F-5D0DBF651B4B}" sibTransId="{B9F1153F-45AC-4B83-B9E4-60C60FA5A42A}"/>
    <dgm:cxn modelId="{66B0F170-591F-436B-A981-BD0A8BAC2669}" type="presOf" srcId="{5BF8C613-57E1-434F-8F52-D354C87FB039}" destId="{B63E083D-915C-4650-A924-AD549D7D1FCA}" srcOrd="0" destOrd="4" presId="urn:microsoft.com/office/officeart/2005/8/layout/venn1"/>
    <dgm:cxn modelId="{8BE1B882-368E-4518-B00E-4243185C82D1}" type="presOf" srcId="{717A096D-9922-4753-9D8E-483C30240551}" destId="{6D50FD34-D823-4432-9C74-6983EA14AC63}" srcOrd="0" destOrd="3" presId="urn:microsoft.com/office/officeart/2005/8/layout/venn1"/>
    <dgm:cxn modelId="{CA45F585-BB38-4A5F-A1DC-EC2C8F15E7EB}" type="presOf" srcId="{391E73A3-9B83-4A5D-ACE8-FD3EAAB500C2}" destId="{CAA5F058-410A-463E-ADFB-6E5C4D3ECCEF}" srcOrd="1" destOrd="1" presId="urn:microsoft.com/office/officeart/2005/8/layout/venn1"/>
    <dgm:cxn modelId="{8ACA0689-8858-454E-8479-9D6C0D1D9633}" type="presOf" srcId="{33236E84-B698-49E7-9D44-822186AEF32B}" destId="{64FB8642-9DC6-49BE-BA04-650009FAE73E}" srcOrd="0" destOrd="0" presId="urn:microsoft.com/office/officeart/2005/8/layout/venn1"/>
    <dgm:cxn modelId="{340E048A-D0DB-46C7-88E2-592848D16EA0}" srcId="{33236E84-B698-49E7-9D44-822186AEF32B}" destId="{89159B71-302D-4379-9FDD-F35883984998}" srcOrd="1" destOrd="0" parTransId="{ABABC351-B504-43AE-B841-9370693C023F}" sibTransId="{502A5160-E048-4731-83D3-D04A41899FDE}"/>
    <dgm:cxn modelId="{8EE7A899-ED88-46BB-A9FC-2B2F18B636EE}" srcId="{89159B71-302D-4379-9FDD-F35883984998}" destId="{3D0177F2-5318-4F79-A579-D775726089E6}" srcOrd="2" destOrd="0" parTransId="{5BEB7921-AEA0-4AC9-ACFF-00027D9F5615}" sibTransId="{8E3CE9B1-154B-499F-86B3-C420508528D0}"/>
    <dgm:cxn modelId="{6F64FC9B-4EA3-4F52-85EF-DB69BD9EFB0D}" type="presOf" srcId="{89159B71-302D-4379-9FDD-F35883984998}" destId="{37385B85-5DA3-4B4E-9171-52720128D804}" srcOrd="1" destOrd="0" presId="urn:microsoft.com/office/officeart/2005/8/layout/venn1"/>
    <dgm:cxn modelId="{8726E3A7-1E5F-43A1-A25B-EDD95FCAC203}" type="presOf" srcId="{ABEF5CF8-C9A5-49E7-9F5F-43593F9BF845}" destId="{6D50FD34-D823-4432-9C74-6983EA14AC63}" srcOrd="0" destOrd="0" presId="urn:microsoft.com/office/officeart/2005/8/layout/venn1"/>
    <dgm:cxn modelId="{34818AA8-B3C2-44D4-889F-926CBB93288F}" type="presOf" srcId="{48544FCF-5239-4665-AD5D-A915FB4FF76B}" destId="{B63E083D-915C-4650-A924-AD549D7D1FCA}" srcOrd="0" destOrd="2" presId="urn:microsoft.com/office/officeart/2005/8/layout/venn1"/>
    <dgm:cxn modelId="{7A0DCDBA-8154-4907-87B8-8C2CE678A8FD}" srcId="{8CB9D74C-526C-4D64-947B-90E8DD1A09FE}" destId="{717A096D-9922-4753-9D8E-483C30240551}" srcOrd="0" destOrd="0" parTransId="{91297A21-D7E0-4CD1-82CE-AB56327F03B5}" sibTransId="{BF7AF49C-6F72-4FDB-AB42-4FBB92F70BC1}"/>
    <dgm:cxn modelId="{59F83DBE-68F7-46FA-8C14-77CB86046446}" srcId="{33236E84-B698-49E7-9D44-822186AEF32B}" destId="{ABEF5CF8-C9A5-49E7-9F5F-43593F9BF845}" srcOrd="2" destOrd="0" parTransId="{E5035F29-DCAA-4DB8-ACA6-97BA80308FCE}" sibTransId="{91828195-AFB5-4CBA-ABDE-E58FCADC652D}"/>
    <dgm:cxn modelId="{B665E4BF-72C5-4D8E-A930-4D9953F4DF37}" srcId="{89159B71-302D-4379-9FDD-F35883984998}" destId="{5BF8C613-57E1-434F-8F52-D354C87FB039}" srcOrd="3" destOrd="0" parTransId="{27A85DA6-2BEC-4E9B-8F6B-7D2BE9357E39}" sibTransId="{2DD1B21E-9AEF-423F-9A1C-76F3CA777E41}"/>
    <dgm:cxn modelId="{A98726C6-F360-4F2D-96A9-0F4EB29FEBE1}" srcId="{33236E84-B698-49E7-9D44-822186AEF32B}" destId="{38503407-B99F-4179-B051-84CBB50037D2}" srcOrd="0" destOrd="0" parTransId="{3E485D22-2196-40CC-BE70-2BA0A1A1D7E3}" sibTransId="{87F96C9E-799D-4DAB-9715-516EFF8968B6}"/>
    <dgm:cxn modelId="{685BDFC6-9E1E-4F7B-AB1C-99A4FE36F47F}" type="presOf" srcId="{38503407-B99F-4179-B051-84CBB50037D2}" destId="{FC48E8F7-CEFF-4FC3-B7DC-F652014A39D4}" srcOrd="1" destOrd="0" presId="urn:microsoft.com/office/officeart/2005/8/layout/venn1"/>
    <dgm:cxn modelId="{CA5CE5C8-E934-4B19-A647-D87ADB7DCDD8}" type="presOf" srcId="{3D0177F2-5318-4F79-A579-D775726089E6}" destId="{B63E083D-915C-4650-A924-AD549D7D1FCA}" srcOrd="0" destOrd="3" presId="urn:microsoft.com/office/officeart/2005/8/layout/venn1"/>
    <dgm:cxn modelId="{7B6192CB-BB48-4D13-81BA-38F6064908DE}" srcId="{ABEF5CF8-C9A5-49E7-9F5F-43593F9BF845}" destId="{391E73A3-9B83-4A5D-ACE8-FD3EAAB500C2}" srcOrd="0" destOrd="0" parTransId="{621526C7-DBBA-4EA4-B052-CE52AB759B06}" sibTransId="{81D1E089-F59D-4E0B-85E2-0AAB8D9EDCA2}"/>
    <dgm:cxn modelId="{1E7D21D4-D7CB-48E4-9474-E5E20FEFAA62}" type="presOf" srcId="{77E43754-53BB-4A02-8691-96CE3EDC7B9D}" destId="{37385B85-5DA3-4B4E-9171-52720128D804}" srcOrd="1" destOrd="1" presId="urn:microsoft.com/office/officeart/2005/8/layout/venn1"/>
    <dgm:cxn modelId="{F55E2BDE-1531-4D2C-BD54-D6B07DF6DB35}" type="presOf" srcId="{38503407-B99F-4179-B051-84CBB50037D2}" destId="{039B5F90-DDF5-4DAA-8DC2-4F98DE34A2ED}" srcOrd="0" destOrd="0" presId="urn:microsoft.com/office/officeart/2005/8/layout/venn1"/>
    <dgm:cxn modelId="{37B7C8DF-75E2-4CCB-B1E4-2BA96D4C60B9}" type="presOf" srcId="{717A096D-9922-4753-9D8E-483C30240551}" destId="{CAA5F058-410A-463E-ADFB-6E5C4D3ECCEF}" srcOrd="1" destOrd="3" presId="urn:microsoft.com/office/officeart/2005/8/layout/venn1"/>
    <dgm:cxn modelId="{CD6B53F1-9831-45F9-8C70-D93422C7AFA8}" srcId="{89159B71-302D-4379-9FDD-F35883984998}" destId="{77E43754-53BB-4A02-8691-96CE3EDC7B9D}" srcOrd="0" destOrd="0" parTransId="{BE4BE9FD-8D97-4738-BE9E-05EEDAE0DC13}" sibTransId="{F41C7201-D38F-4D01-B2AB-A05A1DF2C049}"/>
    <dgm:cxn modelId="{B061CFE3-0524-4788-BDEE-BBBD92E2A4DD}" type="presParOf" srcId="{64FB8642-9DC6-49BE-BA04-650009FAE73E}" destId="{039B5F90-DDF5-4DAA-8DC2-4F98DE34A2ED}" srcOrd="0" destOrd="0" presId="urn:microsoft.com/office/officeart/2005/8/layout/venn1"/>
    <dgm:cxn modelId="{094FB585-2489-4C73-BE7D-D9296ABCD131}" type="presParOf" srcId="{64FB8642-9DC6-49BE-BA04-650009FAE73E}" destId="{FC48E8F7-CEFF-4FC3-B7DC-F652014A39D4}" srcOrd="1" destOrd="0" presId="urn:microsoft.com/office/officeart/2005/8/layout/venn1"/>
    <dgm:cxn modelId="{89D64BAE-38F8-4378-998A-95B134FD69D5}" type="presParOf" srcId="{64FB8642-9DC6-49BE-BA04-650009FAE73E}" destId="{B63E083D-915C-4650-A924-AD549D7D1FCA}" srcOrd="2" destOrd="0" presId="urn:microsoft.com/office/officeart/2005/8/layout/venn1"/>
    <dgm:cxn modelId="{82C962F1-D429-4FA9-8102-9D02BA34ACF0}" type="presParOf" srcId="{64FB8642-9DC6-49BE-BA04-650009FAE73E}" destId="{37385B85-5DA3-4B4E-9171-52720128D804}" srcOrd="3" destOrd="0" presId="urn:microsoft.com/office/officeart/2005/8/layout/venn1"/>
    <dgm:cxn modelId="{EA37071B-28DC-4AD2-A3E9-4E14E080BFE1}" type="presParOf" srcId="{64FB8642-9DC6-49BE-BA04-650009FAE73E}" destId="{6D50FD34-D823-4432-9C74-6983EA14AC63}" srcOrd="4" destOrd="0" presId="urn:microsoft.com/office/officeart/2005/8/layout/venn1"/>
    <dgm:cxn modelId="{8D539AB1-01E3-4BD7-BB47-48BDC896167E}" type="presParOf" srcId="{64FB8642-9DC6-49BE-BA04-650009FAE73E}" destId="{CAA5F058-410A-463E-ADFB-6E5C4D3ECCEF}" srcOrd="5" destOrd="0" presId="urn:microsoft.com/office/officeart/2005/8/layout/ven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FEF4104-F74F-4C59-9AC7-08BD2F349BE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D043F362-0AA8-44B7-9834-4ACF5C998A03}">
      <dgm:prSet/>
      <dgm:spPr/>
      <dgm:t>
        <a:bodyPr/>
        <a:lstStyle/>
        <a:p>
          <a:r>
            <a: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Présentation du projet</a:t>
          </a:r>
        </a:p>
      </dgm:t>
    </dgm:pt>
    <dgm:pt modelId="{17DA5BAE-4105-46A9-9194-BA4A647B01F5}" type="parTrans" cxnId="{6B73107B-B022-4346-832D-6B420774A3CB}">
      <dgm:prSet/>
      <dgm:spPr/>
      <dgm:t>
        <a:bodyPr/>
        <a:lstStyle/>
        <a:p>
          <a:endParaRPr lang="fr-FR"/>
        </a:p>
      </dgm:t>
    </dgm:pt>
    <dgm:pt modelId="{C5C1400A-7749-4F39-BD6C-CA4CAE31ECD6}" type="sibTrans" cxnId="{6B73107B-B022-4346-832D-6B420774A3CB}">
      <dgm:prSet/>
      <dgm:spPr/>
      <dgm:t>
        <a:bodyPr/>
        <a:lstStyle/>
        <a:p>
          <a:endParaRPr lang="fr-FR"/>
        </a:p>
      </dgm:t>
    </dgm:pt>
    <dgm:pt modelId="{E63910B4-C487-40D8-A1DF-FBC8085D5E73}" type="pres">
      <dgm:prSet presAssocID="{CFEF4104-F74F-4C59-9AC7-08BD2F349BE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AF2979CF-B5CB-41DB-82F8-C20DAEE52C39}" type="pres">
      <dgm:prSet presAssocID="{D043F362-0AA8-44B7-9834-4ACF5C998A03}" presName="horFlow" presStyleCnt="0"/>
      <dgm:spPr/>
    </dgm:pt>
    <dgm:pt modelId="{B5BF511E-DC73-4C5B-9384-C3EA433BF64A}" type="pres">
      <dgm:prSet presAssocID="{D043F362-0AA8-44B7-9834-4ACF5C998A03}" presName="bigChev" presStyleLbl="node1" presStyleIdx="0" presStyleCnt="1" custScaleX="145445"/>
      <dgm:spPr/>
    </dgm:pt>
  </dgm:ptLst>
  <dgm:cxnLst>
    <dgm:cxn modelId="{1EF39618-C820-436B-A7B1-9A4CD0F18E0C}" type="presOf" srcId="{D043F362-0AA8-44B7-9834-4ACF5C998A03}" destId="{B5BF511E-DC73-4C5B-9384-C3EA433BF64A}" srcOrd="0" destOrd="0" presId="urn:microsoft.com/office/officeart/2005/8/layout/lProcess3"/>
    <dgm:cxn modelId="{6B73107B-B022-4346-832D-6B420774A3CB}" srcId="{CFEF4104-F74F-4C59-9AC7-08BD2F349BEC}" destId="{D043F362-0AA8-44B7-9834-4ACF5C998A03}" srcOrd="0" destOrd="0" parTransId="{17DA5BAE-4105-46A9-9194-BA4A647B01F5}" sibTransId="{C5C1400A-7749-4F39-BD6C-CA4CAE31ECD6}"/>
    <dgm:cxn modelId="{9B80BDB0-3848-48B0-B23B-48C34C39C54C}" type="presOf" srcId="{CFEF4104-F74F-4C59-9AC7-08BD2F349BEC}" destId="{E63910B4-C487-40D8-A1DF-FBC8085D5E73}" srcOrd="0" destOrd="0" presId="urn:microsoft.com/office/officeart/2005/8/layout/lProcess3"/>
    <dgm:cxn modelId="{D29B10CC-1786-4C98-9D8E-B63D85C85F90}" type="presParOf" srcId="{E63910B4-C487-40D8-A1DF-FBC8085D5E73}" destId="{AF2979CF-B5CB-41DB-82F8-C20DAEE52C39}" srcOrd="0" destOrd="0" presId="urn:microsoft.com/office/officeart/2005/8/layout/lProcess3"/>
    <dgm:cxn modelId="{B070CB4A-B860-4D0A-9622-2F312FDCDE66}" type="presParOf" srcId="{AF2979CF-B5CB-41DB-82F8-C20DAEE52C39}" destId="{B5BF511E-DC73-4C5B-9384-C3EA433BF64A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FEF4104-F74F-4C59-9AC7-08BD2F349BE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2A33AC3-9826-4596-9073-D8475C020731}">
      <dgm:prSet/>
      <dgm:spPr/>
      <dgm:t>
        <a:bodyPr/>
        <a:lstStyle/>
        <a:p>
          <a:r>
            <a:rPr lang="fr-F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Méthodologie</a:t>
          </a:r>
          <a:endParaRPr lang="fr-F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BF5A5B2-2F10-47E3-A1A1-83F99B75F7CC}" type="parTrans" cxnId="{A46E7EDF-7B1E-4BE3-AE49-43477652DE2F}">
      <dgm:prSet/>
      <dgm:spPr/>
      <dgm:t>
        <a:bodyPr/>
        <a:lstStyle/>
        <a:p>
          <a:endParaRPr lang="fr-FR"/>
        </a:p>
      </dgm:t>
    </dgm:pt>
    <dgm:pt modelId="{264BDC92-BCD2-4070-873D-CDF46F81E07F}" type="sibTrans" cxnId="{A46E7EDF-7B1E-4BE3-AE49-43477652DE2F}">
      <dgm:prSet/>
      <dgm:spPr/>
      <dgm:t>
        <a:bodyPr/>
        <a:lstStyle/>
        <a:p>
          <a:endParaRPr lang="fr-FR"/>
        </a:p>
      </dgm:t>
    </dgm:pt>
    <dgm:pt modelId="{E63910B4-C487-40D8-A1DF-FBC8085D5E73}" type="pres">
      <dgm:prSet presAssocID="{CFEF4104-F74F-4C59-9AC7-08BD2F349BE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E68A37F-F1D6-4FFC-A124-91DA869AC389}" type="pres">
      <dgm:prSet presAssocID="{02A33AC3-9826-4596-9073-D8475C020731}" presName="horFlow" presStyleCnt="0"/>
      <dgm:spPr/>
    </dgm:pt>
    <dgm:pt modelId="{71AC999A-B86C-43B5-B8EC-A725977468C4}" type="pres">
      <dgm:prSet presAssocID="{02A33AC3-9826-4596-9073-D8475C020731}" presName="bigChev" presStyleLbl="node1" presStyleIdx="0" presStyleCnt="1" custScaleX="145445" custLinFactNeighborY="-1065"/>
      <dgm:spPr/>
    </dgm:pt>
  </dgm:ptLst>
  <dgm:cxnLst>
    <dgm:cxn modelId="{227BF6A2-EB0F-492A-BDF4-0AEBE19F3435}" type="presOf" srcId="{02A33AC3-9826-4596-9073-D8475C020731}" destId="{71AC999A-B86C-43B5-B8EC-A725977468C4}" srcOrd="0" destOrd="0" presId="urn:microsoft.com/office/officeart/2005/8/layout/lProcess3"/>
    <dgm:cxn modelId="{9B80BDB0-3848-48B0-B23B-48C34C39C54C}" type="presOf" srcId="{CFEF4104-F74F-4C59-9AC7-08BD2F349BEC}" destId="{E63910B4-C487-40D8-A1DF-FBC8085D5E73}" srcOrd="0" destOrd="0" presId="urn:microsoft.com/office/officeart/2005/8/layout/lProcess3"/>
    <dgm:cxn modelId="{A46E7EDF-7B1E-4BE3-AE49-43477652DE2F}" srcId="{CFEF4104-F74F-4C59-9AC7-08BD2F349BEC}" destId="{02A33AC3-9826-4596-9073-D8475C020731}" srcOrd="0" destOrd="0" parTransId="{7BF5A5B2-2F10-47E3-A1A1-83F99B75F7CC}" sibTransId="{264BDC92-BCD2-4070-873D-CDF46F81E07F}"/>
    <dgm:cxn modelId="{396B839B-2D8D-4E91-AF25-1929A05C84F9}" type="presParOf" srcId="{E63910B4-C487-40D8-A1DF-FBC8085D5E73}" destId="{2E68A37F-F1D6-4FFC-A124-91DA869AC389}" srcOrd="0" destOrd="0" presId="urn:microsoft.com/office/officeart/2005/8/layout/lProcess3"/>
    <dgm:cxn modelId="{5B48528A-36FA-4215-96B7-8343489F9CCD}" type="presParOf" srcId="{2E68A37F-F1D6-4FFC-A124-91DA869AC389}" destId="{71AC999A-B86C-43B5-B8EC-A725977468C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F9BBDC3-A303-4CFA-97EE-52685B246660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B174EBC-602F-43C6-9180-A27BC4E5C07A}">
      <dgm:prSet custT="1"/>
      <dgm:spPr/>
      <dgm:t>
        <a:bodyPr/>
        <a:lstStyle/>
        <a:p>
          <a:r>
            <a:rPr lang="fr-FR" sz="3200" b="1" dirty="0">
              <a:solidFill>
                <a:schemeClr val="tx1"/>
              </a:solidFill>
            </a:rPr>
            <a:t>CONTEXTE :</a:t>
          </a:r>
          <a:r>
            <a:rPr lang="fr-FR" sz="3200" b="1" dirty="0">
              <a:solidFill>
                <a:schemeClr val="accent2"/>
              </a:solidFill>
            </a:rPr>
            <a:t> CHOIX DU PROJET</a:t>
          </a:r>
          <a:endParaRPr lang="fr-FR" sz="3200" dirty="0">
            <a:solidFill>
              <a:schemeClr val="accent2"/>
            </a:solidFill>
          </a:endParaRPr>
        </a:p>
      </dgm:t>
    </dgm:pt>
    <dgm:pt modelId="{D90C42F9-A4E7-459A-9B28-F46CC99505AC}" type="parTrans" cxnId="{75B4322E-61EB-461E-80C8-568369B0EC1E}">
      <dgm:prSet/>
      <dgm:spPr/>
      <dgm:t>
        <a:bodyPr/>
        <a:lstStyle/>
        <a:p>
          <a:endParaRPr lang="fr-FR"/>
        </a:p>
      </dgm:t>
    </dgm:pt>
    <dgm:pt modelId="{186C6CA6-0C1C-45A8-9635-AA1DBADF7C6A}" type="sibTrans" cxnId="{75B4322E-61EB-461E-80C8-568369B0EC1E}">
      <dgm:prSet/>
      <dgm:spPr/>
      <dgm:t>
        <a:bodyPr/>
        <a:lstStyle/>
        <a:p>
          <a:endParaRPr lang="fr-FR"/>
        </a:p>
      </dgm:t>
    </dgm:pt>
    <dgm:pt modelId="{BEA96592-CA4C-4FA1-B98A-91C78A1F216E}" type="pres">
      <dgm:prSet presAssocID="{DF9BBDC3-A303-4CFA-97EE-52685B24666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9763A646-1CA6-4A3C-AA8E-0F20250E317A}" type="pres">
      <dgm:prSet presAssocID="{1B174EBC-602F-43C6-9180-A27BC4E5C07A}" presName="circle1" presStyleLbl="node1" presStyleIdx="0" presStyleCnt="1"/>
      <dgm:spPr/>
    </dgm:pt>
    <dgm:pt modelId="{3CAAFDC0-AD06-4383-9047-1908806DF1EC}" type="pres">
      <dgm:prSet presAssocID="{1B174EBC-602F-43C6-9180-A27BC4E5C07A}" presName="space" presStyleCnt="0"/>
      <dgm:spPr/>
    </dgm:pt>
    <dgm:pt modelId="{61C3D6CC-4B09-4C87-BA77-781F5518E66A}" type="pres">
      <dgm:prSet presAssocID="{1B174EBC-602F-43C6-9180-A27BC4E5C07A}" presName="rect1" presStyleLbl="alignAcc1" presStyleIdx="0" presStyleCnt="1" custLinFactNeighborX="81"/>
      <dgm:spPr/>
    </dgm:pt>
    <dgm:pt modelId="{004B1B41-2516-47BD-990D-3FBA52735695}" type="pres">
      <dgm:prSet presAssocID="{1B174EBC-602F-43C6-9180-A27BC4E5C07A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75B4322E-61EB-461E-80C8-568369B0EC1E}" srcId="{DF9BBDC3-A303-4CFA-97EE-52685B246660}" destId="{1B174EBC-602F-43C6-9180-A27BC4E5C07A}" srcOrd="0" destOrd="0" parTransId="{D90C42F9-A4E7-459A-9B28-F46CC99505AC}" sibTransId="{186C6CA6-0C1C-45A8-9635-AA1DBADF7C6A}"/>
    <dgm:cxn modelId="{FFB6E42E-6033-4ABE-AC42-3B421F7C7F62}" type="presOf" srcId="{DF9BBDC3-A303-4CFA-97EE-52685B246660}" destId="{BEA96592-CA4C-4FA1-B98A-91C78A1F216E}" srcOrd="0" destOrd="0" presId="urn:microsoft.com/office/officeart/2005/8/layout/target3"/>
    <dgm:cxn modelId="{BBB26196-1221-4B99-80A4-8D276B3A86D5}" type="presOf" srcId="{1B174EBC-602F-43C6-9180-A27BC4E5C07A}" destId="{004B1B41-2516-47BD-990D-3FBA52735695}" srcOrd="1" destOrd="0" presId="urn:microsoft.com/office/officeart/2005/8/layout/target3"/>
    <dgm:cxn modelId="{BFB4A9A8-6197-47AF-A527-6B6589A6F7E9}" type="presOf" srcId="{1B174EBC-602F-43C6-9180-A27BC4E5C07A}" destId="{61C3D6CC-4B09-4C87-BA77-781F5518E66A}" srcOrd="0" destOrd="0" presId="urn:microsoft.com/office/officeart/2005/8/layout/target3"/>
    <dgm:cxn modelId="{D3AF56A3-418A-408B-83A3-4415A3ACE950}" type="presParOf" srcId="{BEA96592-CA4C-4FA1-B98A-91C78A1F216E}" destId="{9763A646-1CA6-4A3C-AA8E-0F20250E317A}" srcOrd="0" destOrd="0" presId="urn:microsoft.com/office/officeart/2005/8/layout/target3"/>
    <dgm:cxn modelId="{D7D0889F-9D73-4789-A3A0-5936072644F2}" type="presParOf" srcId="{BEA96592-CA4C-4FA1-B98A-91C78A1F216E}" destId="{3CAAFDC0-AD06-4383-9047-1908806DF1EC}" srcOrd="1" destOrd="0" presId="urn:microsoft.com/office/officeart/2005/8/layout/target3"/>
    <dgm:cxn modelId="{A039530B-90A0-4191-A1EB-3AE2714CA378}" type="presParOf" srcId="{BEA96592-CA4C-4FA1-B98A-91C78A1F216E}" destId="{61C3D6CC-4B09-4C87-BA77-781F5518E66A}" srcOrd="2" destOrd="0" presId="urn:microsoft.com/office/officeart/2005/8/layout/target3"/>
    <dgm:cxn modelId="{43885D3F-D8D2-46D6-A74E-BBC9C8E6A5C0}" type="presParOf" srcId="{BEA96592-CA4C-4FA1-B98A-91C78A1F216E}" destId="{004B1B41-2516-47BD-990D-3FBA52735695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FEF4104-F74F-4C59-9AC7-08BD2F349BE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2A33AC3-9826-4596-9073-D8475C020731}">
      <dgm:prSet/>
      <dgm:spPr/>
      <dgm:t>
        <a:bodyPr/>
        <a:lstStyle/>
        <a:p>
          <a:r>
            <a:rPr lang="fr-F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Méthodologie</a:t>
          </a:r>
          <a:endParaRPr lang="fr-F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BF5A5B2-2F10-47E3-A1A1-83F99B75F7CC}" type="parTrans" cxnId="{A46E7EDF-7B1E-4BE3-AE49-43477652DE2F}">
      <dgm:prSet/>
      <dgm:spPr/>
      <dgm:t>
        <a:bodyPr/>
        <a:lstStyle/>
        <a:p>
          <a:endParaRPr lang="fr-FR"/>
        </a:p>
      </dgm:t>
    </dgm:pt>
    <dgm:pt modelId="{264BDC92-BCD2-4070-873D-CDF46F81E07F}" type="sibTrans" cxnId="{A46E7EDF-7B1E-4BE3-AE49-43477652DE2F}">
      <dgm:prSet/>
      <dgm:spPr/>
      <dgm:t>
        <a:bodyPr/>
        <a:lstStyle/>
        <a:p>
          <a:endParaRPr lang="fr-FR"/>
        </a:p>
      </dgm:t>
    </dgm:pt>
    <dgm:pt modelId="{E63910B4-C487-40D8-A1DF-FBC8085D5E73}" type="pres">
      <dgm:prSet presAssocID="{CFEF4104-F74F-4C59-9AC7-08BD2F349BE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E68A37F-F1D6-4FFC-A124-91DA869AC389}" type="pres">
      <dgm:prSet presAssocID="{02A33AC3-9826-4596-9073-D8475C020731}" presName="horFlow" presStyleCnt="0"/>
      <dgm:spPr/>
    </dgm:pt>
    <dgm:pt modelId="{71AC999A-B86C-43B5-B8EC-A725977468C4}" type="pres">
      <dgm:prSet presAssocID="{02A33AC3-9826-4596-9073-D8475C020731}" presName="bigChev" presStyleLbl="node1" presStyleIdx="0" presStyleCnt="1" custScaleX="145445" custLinFactNeighborY="-1065"/>
      <dgm:spPr/>
    </dgm:pt>
  </dgm:ptLst>
  <dgm:cxnLst>
    <dgm:cxn modelId="{227BF6A2-EB0F-492A-BDF4-0AEBE19F3435}" type="presOf" srcId="{02A33AC3-9826-4596-9073-D8475C020731}" destId="{71AC999A-B86C-43B5-B8EC-A725977468C4}" srcOrd="0" destOrd="0" presId="urn:microsoft.com/office/officeart/2005/8/layout/lProcess3"/>
    <dgm:cxn modelId="{9B80BDB0-3848-48B0-B23B-48C34C39C54C}" type="presOf" srcId="{CFEF4104-F74F-4C59-9AC7-08BD2F349BEC}" destId="{E63910B4-C487-40D8-A1DF-FBC8085D5E73}" srcOrd="0" destOrd="0" presId="urn:microsoft.com/office/officeart/2005/8/layout/lProcess3"/>
    <dgm:cxn modelId="{A46E7EDF-7B1E-4BE3-AE49-43477652DE2F}" srcId="{CFEF4104-F74F-4C59-9AC7-08BD2F349BEC}" destId="{02A33AC3-9826-4596-9073-D8475C020731}" srcOrd="0" destOrd="0" parTransId="{7BF5A5B2-2F10-47E3-A1A1-83F99B75F7CC}" sibTransId="{264BDC92-BCD2-4070-873D-CDF46F81E07F}"/>
    <dgm:cxn modelId="{396B839B-2D8D-4E91-AF25-1929A05C84F9}" type="presParOf" srcId="{E63910B4-C487-40D8-A1DF-FBC8085D5E73}" destId="{2E68A37F-F1D6-4FFC-A124-91DA869AC389}" srcOrd="0" destOrd="0" presId="urn:microsoft.com/office/officeart/2005/8/layout/lProcess3"/>
    <dgm:cxn modelId="{5B48528A-36FA-4215-96B7-8343489F9CCD}" type="presParOf" srcId="{2E68A37F-F1D6-4FFC-A124-91DA869AC389}" destId="{71AC999A-B86C-43B5-B8EC-A725977468C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F9BBDC3-A303-4CFA-97EE-52685B246660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B174EBC-602F-43C6-9180-A27BC4E5C07A}">
      <dgm:prSet custT="1"/>
      <dgm:spPr/>
      <dgm:t>
        <a:bodyPr/>
        <a:lstStyle/>
        <a:p>
          <a:r>
            <a:rPr lang="fr-FR" sz="3200" b="1" dirty="0">
              <a:solidFill>
                <a:schemeClr val="tx1"/>
              </a:solidFill>
            </a:rPr>
            <a:t>CONTEXTE :</a:t>
          </a:r>
          <a:r>
            <a:rPr lang="fr-FR" sz="3200" b="1" dirty="0">
              <a:solidFill>
                <a:schemeClr val="accent2"/>
              </a:solidFill>
            </a:rPr>
            <a:t> JEU DE DONNÉES</a:t>
          </a:r>
          <a:endParaRPr lang="fr-FR" sz="3200" dirty="0">
            <a:solidFill>
              <a:schemeClr val="accent2"/>
            </a:solidFill>
          </a:endParaRPr>
        </a:p>
      </dgm:t>
    </dgm:pt>
    <dgm:pt modelId="{D90C42F9-A4E7-459A-9B28-F46CC99505AC}" type="parTrans" cxnId="{75B4322E-61EB-461E-80C8-568369B0EC1E}">
      <dgm:prSet/>
      <dgm:spPr/>
      <dgm:t>
        <a:bodyPr/>
        <a:lstStyle/>
        <a:p>
          <a:endParaRPr lang="fr-FR"/>
        </a:p>
      </dgm:t>
    </dgm:pt>
    <dgm:pt modelId="{186C6CA6-0C1C-45A8-9635-AA1DBADF7C6A}" type="sibTrans" cxnId="{75B4322E-61EB-461E-80C8-568369B0EC1E}">
      <dgm:prSet/>
      <dgm:spPr/>
      <dgm:t>
        <a:bodyPr/>
        <a:lstStyle/>
        <a:p>
          <a:endParaRPr lang="fr-FR"/>
        </a:p>
      </dgm:t>
    </dgm:pt>
    <dgm:pt modelId="{BEA96592-CA4C-4FA1-B98A-91C78A1F216E}" type="pres">
      <dgm:prSet presAssocID="{DF9BBDC3-A303-4CFA-97EE-52685B24666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9763A646-1CA6-4A3C-AA8E-0F20250E317A}" type="pres">
      <dgm:prSet presAssocID="{1B174EBC-602F-43C6-9180-A27BC4E5C07A}" presName="circle1" presStyleLbl="node1" presStyleIdx="0" presStyleCnt="1"/>
      <dgm:spPr/>
    </dgm:pt>
    <dgm:pt modelId="{3CAAFDC0-AD06-4383-9047-1908806DF1EC}" type="pres">
      <dgm:prSet presAssocID="{1B174EBC-602F-43C6-9180-A27BC4E5C07A}" presName="space" presStyleCnt="0"/>
      <dgm:spPr/>
    </dgm:pt>
    <dgm:pt modelId="{61C3D6CC-4B09-4C87-BA77-781F5518E66A}" type="pres">
      <dgm:prSet presAssocID="{1B174EBC-602F-43C6-9180-A27BC4E5C07A}" presName="rect1" presStyleLbl="alignAcc1" presStyleIdx="0" presStyleCnt="1" custLinFactNeighborX="81"/>
      <dgm:spPr/>
    </dgm:pt>
    <dgm:pt modelId="{004B1B41-2516-47BD-990D-3FBA52735695}" type="pres">
      <dgm:prSet presAssocID="{1B174EBC-602F-43C6-9180-A27BC4E5C07A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75B4322E-61EB-461E-80C8-568369B0EC1E}" srcId="{DF9BBDC3-A303-4CFA-97EE-52685B246660}" destId="{1B174EBC-602F-43C6-9180-A27BC4E5C07A}" srcOrd="0" destOrd="0" parTransId="{D90C42F9-A4E7-459A-9B28-F46CC99505AC}" sibTransId="{186C6CA6-0C1C-45A8-9635-AA1DBADF7C6A}"/>
    <dgm:cxn modelId="{FFB6E42E-6033-4ABE-AC42-3B421F7C7F62}" type="presOf" srcId="{DF9BBDC3-A303-4CFA-97EE-52685B246660}" destId="{BEA96592-CA4C-4FA1-B98A-91C78A1F216E}" srcOrd="0" destOrd="0" presId="urn:microsoft.com/office/officeart/2005/8/layout/target3"/>
    <dgm:cxn modelId="{BBB26196-1221-4B99-80A4-8D276B3A86D5}" type="presOf" srcId="{1B174EBC-602F-43C6-9180-A27BC4E5C07A}" destId="{004B1B41-2516-47BD-990D-3FBA52735695}" srcOrd="1" destOrd="0" presId="urn:microsoft.com/office/officeart/2005/8/layout/target3"/>
    <dgm:cxn modelId="{BFB4A9A8-6197-47AF-A527-6B6589A6F7E9}" type="presOf" srcId="{1B174EBC-602F-43C6-9180-A27BC4E5C07A}" destId="{61C3D6CC-4B09-4C87-BA77-781F5518E66A}" srcOrd="0" destOrd="0" presId="urn:microsoft.com/office/officeart/2005/8/layout/target3"/>
    <dgm:cxn modelId="{D3AF56A3-418A-408B-83A3-4415A3ACE950}" type="presParOf" srcId="{BEA96592-CA4C-4FA1-B98A-91C78A1F216E}" destId="{9763A646-1CA6-4A3C-AA8E-0F20250E317A}" srcOrd="0" destOrd="0" presId="urn:microsoft.com/office/officeart/2005/8/layout/target3"/>
    <dgm:cxn modelId="{D7D0889F-9D73-4789-A3A0-5936072644F2}" type="presParOf" srcId="{BEA96592-CA4C-4FA1-B98A-91C78A1F216E}" destId="{3CAAFDC0-AD06-4383-9047-1908806DF1EC}" srcOrd="1" destOrd="0" presId="urn:microsoft.com/office/officeart/2005/8/layout/target3"/>
    <dgm:cxn modelId="{A039530B-90A0-4191-A1EB-3AE2714CA378}" type="presParOf" srcId="{BEA96592-CA4C-4FA1-B98A-91C78A1F216E}" destId="{61C3D6CC-4B09-4C87-BA77-781F5518E66A}" srcOrd="2" destOrd="0" presId="urn:microsoft.com/office/officeart/2005/8/layout/target3"/>
    <dgm:cxn modelId="{43885D3F-D8D2-46D6-A74E-BBC9C8E6A5C0}" type="presParOf" srcId="{BEA96592-CA4C-4FA1-B98A-91C78A1F216E}" destId="{004B1B41-2516-47BD-990D-3FBA52735695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764E1BA-E35D-46D7-A4FC-C36C23B62195}" type="doc">
      <dgm:prSet loTypeId="urn:microsoft.com/office/officeart/2005/8/layout/hList1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B8F1F4F-C987-4355-9569-6EF202C670EB}">
      <dgm:prSet/>
      <dgm:spPr/>
      <dgm:t>
        <a:bodyPr/>
        <a:lstStyle/>
        <a:p>
          <a:r>
            <a:rPr lang="fr-FR" b="1" dirty="0"/>
            <a:t>Caractéristique du jeu de données</a:t>
          </a:r>
          <a:endParaRPr lang="fr-FR" b="1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9CB6F13-9B7D-4E02-AE04-31D72233B496}" type="parTrans" cxnId="{B2EA27E2-5B5E-4660-B35B-684B7B98DF2A}">
      <dgm:prSet/>
      <dgm:spPr/>
      <dgm:t>
        <a:bodyPr/>
        <a:lstStyle/>
        <a:p>
          <a:endParaRPr lang="fr-FR"/>
        </a:p>
      </dgm:t>
    </dgm:pt>
    <dgm:pt modelId="{77F88178-8BEE-49C1-9794-338C446B7EEC}" type="sibTrans" cxnId="{B2EA27E2-5B5E-4660-B35B-684B7B98DF2A}">
      <dgm:prSet/>
      <dgm:spPr/>
      <dgm:t>
        <a:bodyPr/>
        <a:lstStyle/>
        <a:p>
          <a:endParaRPr lang="fr-FR"/>
        </a:p>
      </dgm:t>
    </dgm:pt>
    <dgm:pt modelId="{1DD1F46A-AB2E-47BF-8C2A-7EA3495D7BCF}">
      <dgm:prSet custT="1"/>
      <dgm:spPr/>
      <dgm:t>
        <a:bodyPr/>
        <a:lstStyle/>
        <a:p>
          <a:r>
            <a:rPr lang="fr-FR" sz="1600" b="0" dirty="0"/>
            <a:t>2 répertoires principaux </a:t>
          </a:r>
        </a:p>
      </dgm:t>
    </dgm:pt>
    <dgm:pt modelId="{A296DA28-A80F-48B7-879A-E0E6FE0BDD12}" type="sibTrans" cxnId="{ABF2A8BF-02D1-4E8E-9A78-1DB5FE082283}">
      <dgm:prSet/>
      <dgm:spPr/>
      <dgm:t>
        <a:bodyPr/>
        <a:lstStyle/>
        <a:p>
          <a:endParaRPr lang="fr-FR"/>
        </a:p>
      </dgm:t>
    </dgm:pt>
    <dgm:pt modelId="{46A560A9-4A3E-4B5C-BC19-1B865341CF20}" type="parTrans" cxnId="{ABF2A8BF-02D1-4E8E-9A78-1DB5FE082283}">
      <dgm:prSet/>
      <dgm:spPr/>
      <dgm:t>
        <a:bodyPr/>
        <a:lstStyle/>
        <a:p>
          <a:endParaRPr lang="fr-FR"/>
        </a:p>
      </dgm:t>
    </dgm:pt>
    <dgm:pt modelId="{82DF1E09-9C7C-4854-948D-65DB58135CDA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fr-FR" sz="1600" b="1" dirty="0"/>
            <a:t>test</a:t>
          </a:r>
          <a:r>
            <a:rPr lang="fr-FR" sz="1600" b="0" dirty="0"/>
            <a:t> : </a:t>
          </a:r>
          <a:r>
            <a:rPr lang="fr-FR" sz="1600" b="0" strike="sngStrike" dirty="0"/>
            <a:t>1525 éléments</a:t>
          </a:r>
        </a:p>
      </dgm:t>
    </dgm:pt>
    <dgm:pt modelId="{E6F8577E-FECB-4CA1-9558-4F268CA57321}" type="parTrans" cxnId="{BC51BE94-4A40-48D5-AEAB-D57D016F83CA}">
      <dgm:prSet/>
      <dgm:spPr/>
      <dgm:t>
        <a:bodyPr/>
        <a:lstStyle/>
        <a:p>
          <a:endParaRPr lang="fr-FR"/>
        </a:p>
      </dgm:t>
    </dgm:pt>
    <dgm:pt modelId="{2902CA98-3DBE-48A5-AA30-C7BFF2ED3987}" type="sibTrans" cxnId="{BC51BE94-4A40-48D5-AEAB-D57D016F83CA}">
      <dgm:prSet/>
      <dgm:spPr/>
      <dgm:t>
        <a:bodyPr/>
        <a:lstStyle/>
        <a:p>
          <a:endParaRPr lang="fr-FR"/>
        </a:p>
      </dgm:t>
    </dgm:pt>
    <dgm:pt modelId="{75E250F0-CA0B-4996-966C-E3C28D17BDBC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fr-FR" sz="1600" b="0" dirty="0"/>
            <a:t>IMAGES (réelles) : </a:t>
          </a:r>
          <a:r>
            <a:rPr lang="fr-FR" sz="1600" b="1" dirty="0"/>
            <a:t>2048</a:t>
          </a:r>
          <a:r>
            <a:rPr lang="fr-FR" sz="1600" b="0" dirty="0"/>
            <a:t> * </a:t>
          </a:r>
          <a:r>
            <a:rPr lang="fr-FR" sz="1600" b="1" dirty="0"/>
            <a:t>1024</a:t>
          </a:r>
          <a:endParaRPr lang="fr-FR" sz="1600" b="0" dirty="0"/>
        </a:p>
      </dgm:t>
    </dgm:pt>
    <dgm:pt modelId="{7E866836-AB16-4B80-A898-5B4FF03176BC}" type="parTrans" cxnId="{9AB0D7E6-BA54-4B5A-8882-794BDBFA3388}">
      <dgm:prSet/>
      <dgm:spPr/>
      <dgm:t>
        <a:bodyPr/>
        <a:lstStyle/>
        <a:p>
          <a:endParaRPr lang="fr-FR"/>
        </a:p>
      </dgm:t>
    </dgm:pt>
    <dgm:pt modelId="{3656BC65-4B90-47E9-8673-0D29662CA8A8}" type="sibTrans" cxnId="{9AB0D7E6-BA54-4B5A-8882-794BDBFA3388}">
      <dgm:prSet/>
      <dgm:spPr/>
      <dgm:t>
        <a:bodyPr/>
        <a:lstStyle/>
        <a:p>
          <a:endParaRPr lang="fr-FR"/>
        </a:p>
      </dgm:t>
    </dgm:pt>
    <dgm:pt modelId="{13CCA9C4-0F7B-4241-B23A-E2CCFADE3FE2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fr-FR" sz="1600" b="0" dirty="0"/>
            <a:t>FICHIERS D’ANNOTATIONS (dont masques : *_labelIds.png </a:t>
          </a:r>
          <a:r>
            <a:rPr lang="fr-FR" sz="1600" b="1" dirty="0"/>
            <a:t>30</a:t>
          </a:r>
          <a:r>
            <a:rPr lang="fr-FR" sz="1600" b="0" dirty="0"/>
            <a:t> classes) </a:t>
          </a:r>
        </a:p>
      </dgm:t>
    </dgm:pt>
    <dgm:pt modelId="{4F143757-6822-4D7D-B65C-6B80CBB6256C}" type="parTrans" cxnId="{F38F64D0-59F5-4F23-800D-1BECBCCA3CB2}">
      <dgm:prSet/>
      <dgm:spPr/>
      <dgm:t>
        <a:bodyPr/>
        <a:lstStyle/>
        <a:p>
          <a:endParaRPr lang="fr-FR"/>
        </a:p>
      </dgm:t>
    </dgm:pt>
    <dgm:pt modelId="{C180B7FD-9427-4E26-A20C-0C7BAEFD5235}" type="sibTrans" cxnId="{F38F64D0-59F5-4F23-800D-1BECBCCA3CB2}">
      <dgm:prSet/>
      <dgm:spPr/>
      <dgm:t>
        <a:bodyPr/>
        <a:lstStyle/>
        <a:p>
          <a:endParaRPr lang="fr-FR"/>
        </a:p>
      </dgm:t>
    </dgm:pt>
    <dgm:pt modelId="{BB8711A6-B351-4E50-B8BF-B5D8B051D847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fr-FR" sz="1600" b="1" dirty="0"/>
            <a:t>train</a:t>
          </a:r>
          <a:r>
            <a:rPr lang="fr-FR" sz="1600" b="0" dirty="0"/>
            <a:t> : 2975 éléments  </a:t>
          </a:r>
          <a:r>
            <a:rPr lang="fr-FR" sz="1600" b="0" dirty="0">
              <a:sym typeface="Wingdings" panose="05000000000000000000" pitchFamily="2" charset="2"/>
            </a:rPr>
            <a:t>  train + validation  (80/20)</a:t>
          </a:r>
          <a:endParaRPr lang="fr-FR" sz="1600" b="0" dirty="0"/>
        </a:p>
      </dgm:t>
    </dgm:pt>
    <dgm:pt modelId="{DAFD29F7-1471-4C04-B97F-E69A1BA129A4}" type="parTrans" cxnId="{D8DE11B7-3251-4BC8-9EB1-61F1BB5E4D30}">
      <dgm:prSet/>
      <dgm:spPr/>
      <dgm:t>
        <a:bodyPr/>
        <a:lstStyle/>
        <a:p>
          <a:endParaRPr lang="fr-FR"/>
        </a:p>
      </dgm:t>
    </dgm:pt>
    <dgm:pt modelId="{EA7B1BFD-CC98-41F2-B801-828EB738B1F6}" type="sibTrans" cxnId="{D8DE11B7-3251-4BC8-9EB1-61F1BB5E4D30}">
      <dgm:prSet/>
      <dgm:spPr/>
      <dgm:t>
        <a:bodyPr/>
        <a:lstStyle/>
        <a:p>
          <a:endParaRPr lang="fr-FR"/>
        </a:p>
      </dgm:t>
    </dgm:pt>
    <dgm:pt modelId="{31004EEB-993D-4223-B76B-F26F2B2C31AF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fr-FR" sz="1600" b="1" dirty="0"/>
            <a:t>val</a:t>
          </a:r>
          <a:r>
            <a:rPr lang="fr-FR" sz="1600" b="0" dirty="0"/>
            <a:t> : 500 éléments        </a:t>
          </a:r>
          <a:r>
            <a:rPr lang="fr-FR" sz="1600" b="0" dirty="0">
              <a:sym typeface="Wingdings" panose="05000000000000000000" pitchFamily="2" charset="2"/>
            </a:rPr>
            <a:t>  test</a:t>
          </a:r>
          <a:endParaRPr lang="fr-FR" sz="1600" b="0" dirty="0"/>
        </a:p>
      </dgm:t>
    </dgm:pt>
    <dgm:pt modelId="{AEF4B177-A393-4E61-9694-628FBC288DDF}" type="parTrans" cxnId="{8B9B8F29-C758-4D24-8635-5F58D47752C2}">
      <dgm:prSet/>
      <dgm:spPr/>
      <dgm:t>
        <a:bodyPr/>
        <a:lstStyle/>
        <a:p>
          <a:endParaRPr lang="fr-FR"/>
        </a:p>
      </dgm:t>
    </dgm:pt>
    <dgm:pt modelId="{F9A99DE0-7C28-4AA4-B1E2-CD2920218779}" type="sibTrans" cxnId="{8B9B8F29-C758-4D24-8635-5F58D47752C2}">
      <dgm:prSet/>
      <dgm:spPr/>
      <dgm:t>
        <a:bodyPr/>
        <a:lstStyle/>
        <a:p>
          <a:endParaRPr lang="fr-FR"/>
        </a:p>
      </dgm:t>
    </dgm:pt>
    <dgm:pt modelId="{647F4418-37AD-4E2B-B376-505E85EF3D12}">
      <dgm:prSet custT="1"/>
      <dgm:spPr/>
      <dgm:t>
        <a:bodyPr/>
        <a:lstStyle/>
        <a:p>
          <a:pPr>
            <a:buFont typeface="Wingdings" panose="05000000000000000000" pitchFamily="2" charset="2"/>
            <a:buNone/>
          </a:pPr>
          <a:endParaRPr lang="fr-FR" sz="1600" b="0" dirty="0"/>
        </a:p>
      </dgm:t>
    </dgm:pt>
    <dgm:pt modelId="{4BC3F733-2903-43DD-98BC-5DE298AAF6E2}" type="parTrans" cxnId="{73ABB310-AA9E-4207-8856-B5FBB5D3A3FF}">
      <dgm:prSet/>
      <dgm:spPr/>
      <dgm:t>
        <a:bodyPr/>
        <a:lstStyle/>
        <a:p>
          <a:endParaRPr lang="fr-FR"/>
        </a:p>
      </dgm:t>
    </dgm:pt>
    <dgm:pt modelId="{3CCF39C0-A286-4C13-B2EE-E2DCE769FA36}" type="sibTrans" cxnId="{73ABB310-AA9E-4207-8856-B5FBB5D3A3FF}">
      <dgm:prSet/>
      <dgm:spPr/>
      <dgm:t>
        <a:bodyPr/>
        <a:lstStyle/>
        <a:p>
          <a:endParaRPr lang="fr-FR"/>
        </a:p>
      </dgm:t>
    </dgm:pt>
    <dgm:pt modelId="{95AE5E97-3880-476B-A9E8-CC4952F88B7D}">
      <dgm:prSet custT="1"/>
      <dgm:spPr/>
      <dgm:t>
        <a:bodyPr/>
        <a:lstStyle/>
        <a:p>
          <a:r>
            <a:rPr lang="fr-FR" sz="1600" b="0" dirty="0"/>
            <a:t>Pour chacun de leurs 3 sous-dossiers</a:t>
          </a:r>
        </a:p>
      </dgm:t>
    </dgm:pt>
    <dgm:pt modelId="{DBE4D452-1BAA-47C8-A194-9E8407BC51F8}" type="sibTrans" cxnId="{F8300A5C-EADD-45DD-86EC-E9B856CB8998}">
      <dgm:prSet/>
      <dgm:spPr/>
      <dgm:t>
        <a:bodyPr/>
        <a:lstStyle/>
        <a:p>
          <a:endParaRPr lang="fr-FR"/>
        </a:p>
      </dgm:t>
    </dgm:pt>
    <dgm:pt modelId="{DA13316E-5F5B-421B-B464-AA0AE85AC032}" type="parTrans" cxnId="{F8300A5C-EADD-45DD-86EC-E9B856CB8998}">
      <dgm:prSet/>
      <dgm:spPr/>
      <dgm:t>
        <a:bodyPr/>
        <a:lstStyle/>
        <a:p>
          <a:endParaRPr lang="fr-FR"/>
        </a:p>
      </dgm:t>
    </dgm:pt>
    <dgm:pt modelId="{76E365A6-7755-4567-93B2-EA2D4EA01EC6}">
      <dgm:prSet custT="1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fr-FR" sz="1600" b="0" dirty="0"/>
            <a:t>  </a:t>
          </a:r>
        </a:p>
      </dgm:t>
    </dgm:pt>
    <dgm:pt modelId="{E051EA3C-8161-4CA0-9DEE-79B959341120}" type="sibTrans" cxnId="{3DFEDB30-E984-40DB-82EE-BF94A6DC7EF5}">
      <dgm:prSet/>
      <dgm:spPr/>
      <dgm:t>
        <a:bodyPr/>
        <a:lstStyle/>
        <a:p>
          <a:endParaRPr lang="fr-FR"/>
        </a:p>
      </dgm:t>
    </dgm:pt>
    <dgm:pt modelId="{BBC3098F-BB2B-4F3B-8D4B-E8E2EAF0A856}" type="parTrans" cxnId="{3DFEDB30-E984-40DB-82EE-BF94A6DC7EF5}">
      <dgm:prSet/>
      <dgm:spPr/>
      <dgm:t>
        <a:bodyPr/>
        <a:lstStyle/>
        <a:p>
          <a:endParaRPr lang="fr-FR"/>
        </a:p>
      </dgm:t>
    </dgm:pt>
    <dgm:pt modelId="{E26D331F-F8D1-4C62-BCA7-7C8F101CFEC7}" type="pres">
      <dgm:prSet presAssocID="{D764E1BA-E35D-46D7-A4FC-C36C23B62195}" presName="Name0" presStyleCnt="0">
        <dgm:presLayoutVars>
          <dgm:dir/>
          <dgm:animLvl val="lvl"/>
          <dgm:resizeHandles val="exact"/>
        </dgm:presLayoutVars>
      </dgm:prSet>
      <dgm:spPr/>
    </dgm:pt>
    <dgm:pt modelId="{ED87F24D-4CA6-48E8-9864-2A0CDFCA8222}" type="pres">
      <dgm:prSet presAssocID="{BB8F1F4F-C987-4355-9569-6EF202C670EB}" presName="composite" presStyleCnt="0"/>
      <dgm:spPr/>
    </dgm:pt>
    <dgm:pt modelId="{481126F8-55A4-4913-833C-07833A4C490D}" type="pres">
      <dgm:prSet presAssocID="{BB8F1F4F-C987-4355-9569-6EF202C670EB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3C02D451-B0E3-45D9-8C8E-9602662ED4B8}" type="pres">
      <dgm:prSet presAssocID="{BB8F1F4F-C987-4355-9569-6EF202C670EB}" presName="desTx" presStyleLbl="alignAccFollowNode1" presStyleIdx="0" presStyleCnt="1" custLinFactNeighborY="79071">
        <dgm:presLayoutVars>
          <dgm:bulletEnabled val="1"/>
        </dgm:presLayoutVars>
      </dgm:prSet>
      <dgm:spPr/>
    </dgm:pt>
  </dgm:ptLst>
  <dgm:cxnLst>
    <dgm:cxn modelId="{06340B07-B52E-44FD-9237-0C24236E2D16}" type="presOf" srcId="{D764E1BA-E35D-46D7-A4FC-C36C23B62195}" destId="{E26D331F-F8D1-4C62-BCA7-7C8F101CFEC7}" srcOrd="0" destOrd="0" presId="urn:microsoft.com/office/officeart/2005/8/layout/hList1"/>
    <dgm:cxn modelId="{73ABB310-AA9E-4207-8856-B5FBB5D3A3FF}" srcId="{BB8F1F4F-C987-4355-9569-6EF202C670EB}" destId="{647F4418-37AD-4E2B-B376-505E85EF3D12}" srcOrd="3" destOrd="0" parTransId="{4BC3F733-2903-43DD-98BC-5DE298AAF6E2}" sibTransId="{3CCF39C0-A286-4C13-B2EE-E2DCE769FA36}"/>
    <dgm:cxn modelId="{329A761D-B380-4DA7-9691-21ED9982CC1C}" type="presOf" srcId="{647F4418-37AD-4E2B-B376-505E85EF3D12}" destId="{3C02D451-B0E3-45D9-8C8E-9602662ED4B8}" srcOrd="0" destOrd="8" presId="urn:microsoft.com/office/officeart/2005/8/layout/hList1"/>
    <dgm:cxn modelId="{9F80CA21-E8F7-4C27-9BDA-4241B89B4585}" type="presOf" srcId="{31004EEB-993D-4223-B76B-F26F2B2C31AF}" destId="{3C02D451-B0E3-45D9-8C8E-9602662ED4B8}" srcOrd="0" destOrd="7" presId="urn:microsoft.com/office/officeart/2005/8/layout/hList1"/>
    <dgm:cxn modelId="{8B9B8F29-C758-4D24-8635-5F58D47752C2}" srcId="{95AE5E97-3880-476B-A9E8-CC4952F88B7D}" destId="{31004EEB-993D-4223-B76B-F26F2B2C31AF}" srcOrd="2" destOrd="0" parTransId="{AEF4B177-A393-4E61-9694-628FBC288DDF}" sibTransId="{F9A99DE0-7C28-4AA4-B1E2-CD2920218779}"/>
    <dgm:cxn modelId="{3DFEDB30-E984-40DB-82EE-BF94A6DC7EF5}" srcId="{BB8F1F4F-C987-4355-9569-6EF202C670EB}" destId="{76E365A6-7755-4567-93B2-EA2D4EA01EC6}" srcOrd="1" destOrd="0" parTransId="{BBC3098F-BB2B-4F3B-8D4B-E8E2EAF0A856}" sibTransId="{E051EA3C-8161-4CA0-9DEE-79B959341120}"/>
    <dgm:cxn modelId="{7417B53B-69F6-4A4D-B704-3D03A2E12966}" type="presOf" srcId="{95AE5E97-3880-476B-A9E8-CC4952F88B7D}" destId="{3C02D451-B0E3-45D9-8C8E-9602662ED4B8}" srcOrd="0" destOrd="4" presId="urn:microsoft.com/office/officeart/2005/8/layout/hList1"/>
    <dgm:cxn modelId="{F8300A5C-EADD-45DD-86EC-E9B856CB8998}" srcId="{BB8F1F4F-C987-4355-9569-6EF202C670EB}" destId="{95AE5E97-3880-476B-A9E8-CC4952F88B7D}" srcOrd="2" destOrd="0" parTransId="{DA13316E-5F5B-421B-B464-AA0AE85AC032}" sibTransId="{DBE4D452-1BAA-47C8-A194-9E8407BC51F8}"/>
    <dgm:cxn modelId="{D36B9E67-6345-4AD0-9781-D7B5AE649A6D}" type="presOf" srcId="{76E365A6-7755-4567-93B2-EA2D4EA01EC6}" destId="{3C02D451-B0E3-45D9-8C8E-9602662ED4B8}" srcOrd="0" destOrd="3" presId="urn:microsoft.com/office/officeart/2005/8/layout/hList1"/>
    <dgm:cxn modelId="{0A836D4D-8591-4431-AC64-36706410AFE9}" type="presOf" srcId="{82DF1E09-9C7C-4854-948D-65DB58135CDA}" destId="{3C02D451-B0E3-45D9-8C8E-9602662ED4B8}" srcOrd="0" destOrd="5" presId="urn:microsoft.com/office/officeart/2005/8/layout/hList1"/>
    <dgm:cxn modelId="{2D5D1373-E4AF-4DA7-9EC2-3ADC860438C0}" type="presOf" srcId="{BB8F1F4F-C987-4355-9569-6EF202C670EB}" destId="{481126F8-55A4-4913-833C-07833A4C490D}" srcOrd="0" destOrd="0" presId="urn:microsoft.com/office/officeart/2005/8/layout/hList1"/>
    <dgm:cxn modelId="{3AA1628B-83FE-4804-8EC8-FC1980AABE2D}" type="presOf" srcId="{75E250F0-CA0B-4996-966C-E3C28D17BDBC}" destId="{3C02D451-B0E3-45D9-8C8E-9602662ED4B8}" srcOrd="0" destOrd="1" presId="urn:microsoft.com/office/officeart/2005/8/layout/hList1"/>
    <dgm:cxn modelId="{BC51BE94-4A40-48D5-AEAB-D57D016F83CA}" srcId="{95AE5E97-3880-476B-A9E8-CC4952F88B7D}" destId="{82DF1E09-9C7C-4854-948D-65DB58135CDA}" srcOrd="0" destOrd="0" parTransId="{E6F8577E-FECB-4CA1-9558-4F268CA57321}" sibTransId="{2902CA98-3DBE-48A5-AA30-C7BFF2ED3987}"/>
    <dgm:cxn modelId="{D8DE11B7-3251-4BC8-9EB1-61F1BB5E4D30}" srcId="{95AE5E97-3880-476B-A9E8-CC4952F88B7D}" destId="{BB8711A6-B351-4E50-B8BF-B5D8B051D847}" srcOrd="1" destOrd="0" parTransId="{DAFD29F7-1471-4C04-B97F-E69A1BA129A4}" sibTransId="{EA7B1BFD-CC98-41F2-B801-828EB738B1F6}"/>
    <dgm:cxn modelId="{ABF2A8BF-02D1-4E8E-9A78-1DB5FE082283}" srcId="{BB8F1F4F-C987-4355-9569-6EF202C670EB}" destId="{1DD1F46A-AB2E-47BF-8C2A-7EA3495D7BCF}" srcOrd="0" destOrd="0" parTransId="{46A560A9-4A3E-4B5C-BC19-1B865341CF20}" sibTransId="{A296DA28-A80F-48B7-879A-E0E6FE0BDD12}"/>
    <dgm:cxn modelId="{97DF5AC1-759C-4959-BF3A-D17330219CC7}" type="presOf" srcId="{BB8711A6-B351-4E50-B8BF-B5D8B051D847}" destId="{3C02D451-B0E3-45D9-8C8E-9602662ED4B8}" srcOrd="0" destOrd="6" presId="urn:microsoft.com/office/officeart/2005/8/layout/hList1"/>
    <dgm:cxn modelId="{F38F64D0-59F5-4F23-800D-1BECBCCA3CB2}" srcId="{1DD1F46A-AB2E-47BF-8C2A-7EA3495D7BCF}" destId="{13CCA9C4-0F7B-4241-B23A-E2CCFADE3FE2}" srcOrd="1" destOrd="0" parTransId="{4F143757-6822-4D7D-B65C-6B80CBB6256C}" sibTransId="{C180B7FD-9427-4E26-A20C-0C7BAEFD5235}"/>
    <dgm:cxn modelId="{115E7BD2-0537-41CB-BA18-F4D9BCEADCB2}" type="presOf" srcId="{13CCA9C4-0F7B-4241-B23A-E2CCFADE3FE2}" destId="{3C02D451-B0E3-45D9-8C8E-9602662ED4B8}" srcOrd="0" destOrd="2" presId="urn:microsoft.com/office/officeart/2005/8/layout/hList1"/>
    <dgm:cxn modelId="{B67967E1-D313-4377-9DAF-8A95BCCB7651}" type="presOf" srcId="{1DD1F46A-AB2E-47BF-8C2A-7EA3495D7BCF}" destId="{3C02D451-B0E3-45D9-8C8E-9602662ED4B8}" srcOrd="0" destOrd="0" presId="urn:microsoft.com/office/officeart/2005/8/layout/hList1"/>
    <dgm:cxn modelId="{B2EA27E2-5B5E-4660-B35B-684B7B98DF2A}" srcId="{D764E1BA-E35D-46D7-A4FC-C36C23B62195}" destId="{BB8F1F4F-C987-4355-9569-6EF202C670EB}" srcOrd="0" destOrd="0" parTransId="{89CB6F13-9B7D-4E02-AE04-31D72233B496}" sibTransId="{77F88178-8BEE-49C1-9794-338C446B7EEC}"/>
    <dgm:cxn modelId="{9AB0D7E6-BA54-4B5A-8882-794BDBFA3388}" srcId="{1DD1F46A-AB2E-47BF-8C2A-7EA3495D7BCF}" destId="{75E250F0-CA0B-4996-966C-E3C28D17BDBC}" srcOrd="0" destOrd="0" parTransId="{7E866836-AB16-4B80-A898-5B4FF03176BC}" sibTransId="{3656BC65-4B90-47E9-8673-0D29662CA8A8}"/>
    <dgm:cxn modelId="{567815C4-3DBB-4688-A71F-87BDD36E9488}" type="presParOf" srcId="{E26D331F-F8D1-4C62-BCA7-7C8F101CFEC7}" destId="{ED87F24D-4CA6-48E8-9864-2A0CDFCA8222}" srcOrd="0" destOrd="0" presId="urn:microsoft.com/office/officeart/2005/8/layout/hList1"/>
    <dgm:cxn modelId="{5E7316AA-643A-4C05-A04A-78E7B8445FEC}" type="presParOf" srcId="{ED87F24D-4CA6-48E8-9864-2A0CDFCA8222}" destId="{481126F8-55A4-4913-833C-07833A4C490D}" srcOrd="0" destOrd="0" presId="urn:microsoft.com/office/officeart/2005/8/layout/hList1"/>
    <dgm:cxn modelId="{A0A2C36F-02A2-4C16-8B11-D478FD0A60B1}" type="presParOf" srcId="{ED87F24D-4CA6-48E8-9864-2A0CDFCA8222}" destId="{3C02D451-B0E3-45D9-8C8E-9602662ED4B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FEF4104-F74F-4C59-9AC7-08BD2F349BE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2A33AC3-9826-4596-9073-D8475C020731}">
      <dgm:prSet/>
      <dgm:spPr/>
      <dgm:t>
        <a:bodyPr/>
        <a:lstStyle/>
        <a:p>
          <a:r>
            <a:rPr lang="fr-F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Méthodologie</a:t>
          </a:r>
          <a:endParaRPr lang="fr-F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BF5A5B2-2F10-47E3-A1A1-83F99B75F7CC}" type="parTrans" cxnId="{A46E7EDF-7B1E-4BE3-AE49-43477652DE2F}">
      <dgm:prSet/>
      <dgm:spPr/>
      <dgm:t>
        <a:bodyPr/>
        <a:lstStyle/>
        <a:p>
          <a:endParaRPr lang="fr-FR"/>
        </a:p>
      </dgm:t>
    </dgm:pt>
    <dgm:pt modelId="{264BDC92-BCD2-4070-873D-CDF46F81E07F}" type="sibTrans" cxnId="{A46E7EDF-7B1E-4BE3-AE49-43477652DE2F}">
      <dgm:prSet/>
      <dgm:spPr/>
      <dgm:t>
        <a:bodyPr/>
        <a:lstStyle/>
        <a:p>
          <a:endParaRPr lang="fr-FR"/>
        </a:p>
      </dgm:t>
    </dgm:pt>
    <dgm:pt modelId="{E63910B4-C487-40D8-A1DF-FBC8085D5E73}" type="pres">
      <dgm:prSet presAssocID="{CFEF4104-F74F-4C59-9AC7-08BD2F349BE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E68A37F-F1D6-4FFC-A124-91DA869AC389}" type="pres">
      <dgm:prSet presAssocID="{02A33AC3-9826-4596-9073-D8475C020731}" presName="horFlow" presStyleCnt="0"/>
      <dgm:spPr/>
    </dgm:pt>
    <dgm:pt modelId="{71AC999A-B86C-43B5-B8EC-A725977468C4}" type="pres">
      <dgm:prSet presAssocID="{02A33AC3-9826-4596-9073-D8475C020731}" presName="bigChev" presStyleLbl="node1" presStyleIdx="0" presStyleCnt="1" custScaleX="145445" custLinFactNeighborY="-1065"/>
      <dgm:spPr/>
    </dgm:pt>
  </dgm:ptLst>
  <dgm:cxnLst>
    <dgm:cxn modelId="{227BF6A2-EB0F-492A-BDF4-0AEBE19F3435}" type="presOf" srcId="{02A33AC3-9826-4596-9073-D8475C020731}" destId="{71AC999A-B86C-43B5-B8EC-A725977468C4}" srcOrd="0" destOrd="0" presId="urn:microsoft.com/office/officeart/2005/8/layout/lProcess3"/>
    <dgm:cxn modelId="{9B80BDB0-3848-48B0-B23B-48C34C39C54C}" type="presOf" srcId="{CFEF4104-F74F-4C59-9AC7-08BD2F349BEC}" destId="{E63910B4-C487-40D8-A1DF-FBC8085D5E73}" srcOrd="0" destOrd="0" presId="urn:microsoft.com/office/officeart/2005/8/layout/lProcess3"/>
    <dgm:cxn modelId="{A46E7EDF-7B1E-4BE3-AE49-43477652DE2F}" srcId="{CFEF4104-F74F-4C59-9AC7-08BD2F349BEC}" destId="{02A33AC3-9826-4596-9073-D8475C020731}" srcOrd="0" destOrd="0" parTransId="{7BF5A5B2-2F10-47E3-A1A1-83F99B75F7CC}" sibTransId="{264BDC92-BCD2-4070-873D-CDF46F81E07F}"/>
    <dgm:cxn modelId="{396B839B-2D8D-4E91-AF25-1929A05C84F9}" type="presParOf" srcId="{E63910B4-C487-40D8-A1DF-FBC8085D5E73}" destId="{2E68A37F-F1D6-4FFC-A124-91DA869AC389}" srcOrd="0" destOrd="0" presId="urn:microsoft.com/office/officeart/2005/8/layout/lProcess3"/>
    <dgm:cxn modelId="{5B48528A-36FA-4215-96B7-8343489F9CCD}" type="presParOf" srcId="{2E68A37F-F1D6-4FFC-A124-91DA869AC389}" destId="{71AC999A-B86C-43B5-B8EC-A725977468C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F9BBDC3-A303-4CFA-97EE-52685B246660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B174EBC-602F-43C6-9180-A27BC4E5C07A}">
      <dgm:prSet custT="1"/>
      <dgm:spPr/>
      <dgm:t>
        <a:bodyPr/>
        <a:lstStyle/>
        <a:p>
          <a:r>
            <a:rPr lang="fr-FR" sz="3200" b="1" dirty="0">
              <a:solidFill>
                <a:schemeClr val="tx1"/>
              </a:solidFill>
            </a:rPr>
            <a:t>DÉMARCHE</a:t>
          </a:r>
          <a:endParaRPr lang="fr-FR" sz="3200" dirty="0">
            <a:solidFill>
              <a:schemeClr val="accent2"/>
            </a:solidFill>
          </a:endParaRPr>
        </a:p>
      </dgm:t>
    </dgm:pt>
    <dgm:pt modelId="{D90C42F9-A4E7-459A-9B28-F46CC99505AC}" type="parTrans" cxnId="{75B4322E-61EB-461E-80C8-568369B0EC1E}">
      <dgm:prSet/>
      <dgm:spPr/>
      <dgm:t>
        <a:bodyPr/>
        <a:lstStyle/>
        <a:p>
          <a:endParaRPr lang="fr-FR"/>
        </a:p>
      </dgm:t>
    </dgm:pt>
    <dgm:pt modelId="{186C6CA6-0C1C-45A8-9635-AA1DBADF7C6A}" type="sibTrans" cxnId="{75B4322E-61EB-461E-80C8-568369B0EC1E}">
      <dgm:prSet/>
      <dgm:spPr/>
      <dgm:t>
        <a:bodyPr/>
        <a:lstStyle/>
        <a:p>
          <a:endParaRPr lang="fr-FR"/>
        </a:p>
      </dgm:t>
    </dgm:pt>
    <dgm:pt modelId="{BEA96592-CA4C-4FA1-B98A-91C78A1F216E}" type="pres">
      <dgm:prSet presAssocID="{DF9BBDC3-A303-4CFA-97EE-52685B24666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9763A646-1CA6-4A3C-AA8E-0F20250E317A}" type="pres">
      <dgm:prSet presAssocID="{1B174EBC-602F-43C6-9180-A27BC4E5C07A}" presName="circle1" presStyleLbl="node1" presStyleIdx="0" presStyleCnt="1"/>
      <dgm:spPr/>
    </dgm:pt>
    <dgm:pt modelId="{3CAAFDC0-AD06-4383-9047-1908806DF1EC}" type="pres">
      <dgm:prSet presAssocID="{1B174EBC-602F-43C6-9180-A27BC4E5C07A}" presName="space" presStyleCnt="0"/>
      <dgm:spPr/>
    </dgm:pt>
    <dgm:pt modelId="{61C3D6CC-4B09-4C87-BA77-781F5518E66A}" type="pres">
      <dgm:prSet presAssocID="{1B174EBC-602F-43C6-9180-A27BC4E5C07A}" presName="rect1" presStyleLbl="alignAcc1" presStyleIdx="0" presStyleCnt="1" custLinFactNeighborX="81"/>
      <dgm:spPr/>
    </dgm:pt>
    <dgm:pt modelId="{004B1B41-2516-47BD-990D-3FBA52735695}" type="pres">
      <dgm:prSet presAssocID="{1B174EBC-602F-43C6-9180-A27BC4E5C07A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75B4322E-61EB-461E-80C8-568369B0EC1E}" srcId="{DF9BBDC3-A303-4CFA-97EE-52685B246660}" destId="{1B174EBC-602F-43C6-9180-A27BC4E5C07A}" srcOrd="0" destOrd="0" parTransId="{D90C42F9-A4E7-459A-9B28-F46CC99505AC}" sibTransId="{186C6CA6-0C1C-45A8-9635-AA1DBADF7C6A}"/>
    <dgm:cxn modelId="{FFB6E42E-6033-4ABE-AC42-3B421F7C7F62}" type="presOf" srcId="{DF9BBDC3-A303-4CFA-97EE-52685B246660}" destId="{BEA96592-CA4C-4FA1-B98A-91C78A1F216E}" srcOrd="0" destOrd="0" presId="urn:microsoft.com/office/officeart/2005/8/layout/target3"/>
    <dgm:cxn modelId="{BBB26196-1221-4B99-80A4-8D276B3A86D5}" type="presOf" srcId="{1B174EBC-602F-43C6-9180-A27BC4E5C07A}" destId="{004B1B41-2516-47BD-990D-3FBA52735695}" srcOrd="1" destOrd="0" presId="urn:microsoft.com/office/officeart/2005/8/layout/target3"/>
    <dgm:cxn modelId="{BFB4A9A8-6197-47AF-A527-6B6589A6F7E9}" type="presOf" srcId="{1B174EBC-602F-43C6-9180-A27BC4E5C07A}" destId="{61C3D6CC-4B09-4C87-BA77-781F5518E66A}" srcOrd="0" destOrd="0" presId="urn:microsoft.com/office/officeart/2005/8/layout/target3"/>
    <dgm:cxn modelId="{D3AF56A3-418A-408B-83A3-4415A3ACE950}" type="presParOf" srcId="{BEA96592-CA4C-4FA1-B98A-91C78A1F216E}" destId="{9763A646-1CA6-4A3C-AA8E-0F20250E317A}" srcOrd="0" destOrd="0" presId="urn:microsoft.com/office/officeart/2005/8/layout/target3"/>
    <dgm:cxn modelId="{D7D0889F-9D73-4789-A3A0-5936072644F2}" type="presParOf" srcId="{BEA96592-CA4C-4FA1-B98A-91C78A1F216E}" destId="{3CAAFDC0-AD06-4383-9047-1908806DF1EC}" srcOrd="1" destOrd="0" presId="urn:microsoft.com/office/officeart/2005/8/layout/target3"/>
    <dgm:cxn modelId="{A039530B-90A0-4191-A1EB-3AE2714CA378}" type="presParOf" srcId="{BEA96592-CA4C-4FA1-B98A-91C78A1F216E}" destId="{61C3D6CC-4B09-4C87-BA77-781F5518E66A}" srcOrd="2" destOrd="0" presId="urn:microsoft.com/office/officeart/2005/8/layout/target3"/>
    <dgm:cxn modelId="{43885D3F-D8D2-46D6-A74E-BBC9C8E6A5C0}" type="presParOf" srcId="{BEA96592-CA4C-4FA1-B98A-91C78A1F216E}" destId="{004B1B41-2516-47BD-990D-3FBA52735695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D33B895-AA17-40D2-BE58-D58CAA8A73EF}" type="doc">
      <dgm:prSet loTypeId="urn:microsoft.com/office/officeart/2005/8/layout/vList5" loCatId="list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76B78C1-1CE5-4013-9527-B5B6DAE36AAB}">
      <dgm:prSet/>
      <dgm:spPr/>
      <dgm:t>
        <a:bodyPr/>
        <a:lstStyle/>
        <a:p>
          <a:r>
            <a:rPr lang="fr-FR" b="0" dirty="0"/>
            <a:t>Baseline </a:t>
          </a:r>
          <a:r>
            <a:rPr lang="fr-FR" b="0" dirty="0">
              <a:sym typeface="Wingdings" panose="05000000000000000000" pitchFamily="2" charset="2"/>
            </a:rPr>
            <a:t> </a:t>
          </a:r>
          <a:r>
            <a:rPr lang="fr-FR" b="0" dirty="0" err="1">
              <a:sym typeface="Wingdings" panose="05000000000000000000" pitchFamily="2" charset="2"/>
            </a:rPr>
            <a:t>Unet</a:t>
          </a:r>
          <a:endParaRPr lang="fr-FR" dirty="0"/>
        </a:p>
      </dgm:t>
    </dgm:pt>
    <dgm:pt modelId="{93E793DA-77DD-404C-AD67-524FC7D67FE5}" type="parTrans" cxnId="{53C53E07-518E-4F0E-9256-ACE2D7E32721}">
      <dgm:prSet/>
      <dgm:spPr/>
      <dgm:t>
        <a:bodyPr/>
        <a:lstStyle/>
        <a:p>
          <a:endParaRPr lang="fr-FR"/>
        </a:p>
      </dgm:t>
    </dgm:pt>
    <dgm:pt modelId="{D52F938B-8169-498F-A3D5-CC0EA15BBCCB}" type="sibTrans" cxnId="{53C53E07-518E-4F0E-9256-ACE2D7E32721}">
      <dgm:prSet/>
      <dgm:spPr/>
      <dgm:t>
        <a:bodyPr/>
        <a:lstStyle/>
        <a:p>
          <a:endParaRPr lang="fr-FR"/>
        </a:p>
      </dgm:t>
    </dgm:pt>
    <dgm:pt modelId="{35C8C781-92D7-479F-AA0D-821F58CB267C}">
      <dgm:prSet/>
      <dgm:spPr/>
      <dgm:t>
        <a:bodyPr/>
        <a:lstStyle/>
        <a:p>
          <a:r>
            <a:rPr lang="fr-FR" b="1" dirty="0"/>
            <a:t>DONNÉES</a:t>
          </a:r>
        </a:p>
      </dgm:t>
    </dgm:pt>
    <dgm:pt modelId="{0A526FA6-4351-4132-9990-E23C0AF90893}" type="parTrans" cxnId="{B2872644-59F6-45AF-A92E-6C3C9CC0AFD3}">
      <dgm:prSet/>
      <dgm:spPr/>
      <dgm:t>
        <a:bodyPr/>
        <a:lstStyle/>
        <a:p>
          <a:endParaRPr lang="fr-FR"/>
        </a:p>
      </dgm:t>
    </dgm:pt>
    <dgm:pt modelId="{76B4348F-7AA2-4F9A-BF5C-DE51C987224D}" type="sibTrans" cxnId="{B2872644-59F6-45AF-A92E-6C3C9CC0AFD3}">
      <dgm:prSet/>
      <dgm:spPr/>
      <dgm:t>
        <a:bodyPr/>
        <a:lstStyle/>
        <a:p>
          <a:endParaRPr lang="fr-FR"/>
        </a:p>
      </dgm:t>
    </dgm:pt>
    <dgm:pt modelId="{AF9CCEF8-94F3-467B-9021-24BF1FDBF524}">
      <dgm:prSet/>
      <dgm:spPr/>
      <dgm:t>
        <a:bodyPr/>
        <a:lstStyle/>
        <a:p>
          <a:r>
            <a:rPr lang="fr-FR" b="1" dirty="0"/>
            <a:t>ENTRAINEMENT</a:t>
          </a:r>
        </a:p>
      </dgm:t>
    </dgm:pt>
    <dgm:pt modelId="{71ACBCAD-7AFE-4B87-862A-9FDE99E67D0E}" type="parTrans" cxnId="{7B86B9CE-1E8F-4674-8B7C-DE2EE32CE5FC}">
      <dgm:prSet/>
      <dgm:spPr/>
      <dgm:t>
        <a:bodyPr/>
        <a:lstStyle/>
        <a:p>
          <a:endParaRPr lang="fr-FR"/>
        </a:p>
      </dgm:t>
    </dgm:pt>
    <dgm:pt modelId="{328FB3C4-3FCD-4FAF-B10E-70CD89E2FF85}" type="sibTrans" cxnId="{7B86B9CE-1E8F-4674-8B7C-DE2EE32CE5FC}">
      <dgm:prSet/>
      <dgm:spPr/>
      <dgm:t>
        <a:bodyPr/>
        <a:lstStyle/>
        <a:p>
          <a:endParaRPr lang="fr-FR"/>
        </a:p>
      </dgm:t>
    </dgm:pt>
    <dgm:pt modelId="{86564542-1BEA-4DB6-8953-54BFBD1B409D}">
      <dgm:prSet custT="1"/>
      <dgm:spPr/>
      <dgm:t>
        <a:bodyPr/>
        <a:lstStyle/>
        <a:p>
          <a:r>
            <a:rPr lang="fr-FR" sz="2100" dirty="0"/>
            <a:t>30 Classes </a:t>
          </a:r>
          <a:r>
            <a:rPr lang="fr-FR" sz="2100" dirty="0">
              <a:sym typeface="Wingdings" panose="05000000000000000000" pitchFamily="2" charset="2"/>
            </a:rPr>
            <a:t> 8 Classes</a:t>
          </a:r>
          <a:endParaRPr lang="fr-FR" sz="2100" b="0" dirty="0"/>
        </a:p>
      </dgm:t>
    </dgm:pt>
    <dgm:pt modelId="{9D223FCF-E1B7-4FFD-9847-588C3E91DA73}" type="parTrans" cxnId="{8F23DAB9-FDC5-4A6E-83E3-2CEB68370B60}">
      <dgm:prSet/>
      <dgm:spPr/>
      <dgm:t>
        <a:bodyPr/>
        <a:lstStyle/>
        <a:p>
          <a:endParaRPr lang="fr-FR"/>
        </a:p>
      </dgm:t>
    </dgm:pt>
    <dgm:pt modelId="{D7D921F8-0FC1-4EE0-9A93-07D02C0243D0}" type="sibTrans" cxnId="{8F23DAB9-FDC5-4A6E-83E3-2CEB68370B60}">
      <dgm:prSet/>
      <dgm:spPr/>
      <dgm:t>
        <a:bodyPr/>
        <a:lstStyle/>
        <a:p>
          <a:endParaRPr lang="fr-FR"/>
        </a:p>
      </dgm:t>
    </dgm:pt>
    <dgm:pt modelId="{73216A30-2484-474D-89D7-A1B137A366C4}">
      <dgm:prSet/>
      <dgm:spPr/>
      <dgm:t>
        <a:bodyPr/>
        <a:lstStyle/>
        <a:p>
          <a:r>
            <a:rPr lang="fr-FR" b="0" dirty="0"/>
            <a:t>Eearly Stopping </a:t>
          </a:r>
          <a:r>
            <a:rPr lang="fr-FR" b="0" dirty="0">
              <a:sym typeface="Wingdings" panose="05000000000000000000" pitchFamily="2" charset="2"/>
            </a:rPr>
            <a:t></a:t>
          </a:r>
          <a:r>
            <a:rPr lang="fr-FR" b="0" dirty="0"/>
            <a:t> 5</a:t>
          </a:r>
        </a:p>
      </dgm:t>
    </dgm:pt>
    <dgm:pt modelId="{0E52712F-D82D-4B85-BCE4-EEC3109094DB}" type="parTrans" cxnId="{CE248B37-3433-4949-B2B2-3612A783ACFE}">
      <dgm:prSet/>
      <dgm:spPr/>
      <dgm:t>
        <a:bodyPr/>
        <a:lstStyle/>
        <a:p>
          <a:endParaRPr lang="fr-FR"/>
        </a:p>
      </dgm:t>
    </dgm:pt>
    <dgm:pt modelId="{3E0ECE25-2E27-454C-A896-CF7E26F2A561}" type="sibTrans" cxnId="{CE248B37-3433-4949-B2B2-3612A783ACFE}">
      <dgm:prSet/>
      <dgm:spPr/>
      <dgm:t>
        <a:bodyPr/>
        <a:lstStyle/>
        <a:p>
          <a:endParaRPr lang="fr-FR"/>
        </a:p>
      </dgm:t>
    </dgm:pt>
    <dgm:pt modelId="{D1326508-5978-488F-B5E3-364061FDCE98}">
      <dgm:prSet/>
      <dgm:spPr/>
      <dgm:t>
        <a:bodyPr/>
        <a:lstStyle/>
        <a:p>
          <a:r>
            <a:rPr lang="fr-FR" b="0" dirty="0"/>
            <a:t>Checkpoint</a:t>
          </a:r>
        </a:p>
      </dgm:t>
    </dgm:pt>
    <dgm:pt modelId="{A2F545DC-27C6-4CC8-AA9C-23772516EDFD}" type="parTrans" cxnId="{EF5D6BE0-50B5-44FD-A914-67C5C432C9E0}">
      <dgm:prSet/>
      <dgm:spPr/>
      <dgm:t>
        <a:bodyPr/>
        <a:lstStyle/>
        <a:p>
          <a:endParaRPr lang="fr-FR"/>
        </a:p>
      </dgm:t>
    </dgm:pt>
    <dgm:pt modelId="{2340B8C6-B7C5-4D5E-A51D-93438F16BA4B}" type="sibTrans" cxnId="{EF5D6BE0-50B5-44FD-A914-67C5C432C9E0}">
      <dgm:prSet/>
      <dgm:spPr/>
      <dgm:t>
        <a:bodyPr/>
        <a:lstStyle/>
        <a:p>
          <a:endParaRPr lang="fr-FR"/>
        </a:p>
      </dgm:t>
    </dgm:pt>
    <dgm:pt modelId="{3F97AA73-18EC-4BD9-B228-F40AD91FE8E8}">
      <dgm:prSet/>
      <dgm:spPr/>
      <dgm:t>
        <a:bodyPr/>
        <a:lstStyle/>
        <a:p>
          <a:r>
            <a:rPr lang="fr-FR" b="1" dirty="0"/>
            <a:t>MODELÈS </a:t>
          </a:r>
          <a:endParaRPr lang="fr-FR" dirty="0"/>
        </a:p>
      </dgm:t>
    </dgm:pt>
    <dgm:pt modelId="{5DEDC7F8-E248-4F78-8002-63E91C8E7ACC}" type="sibTrans" cxnId="{FC38A741-F23B-4156-BBBA-F70F7F379332}">
      <dgm:prSet/>
      <dgm:spPr/>
      <dgm:t>
        <a:bodyPr/>
        <a:lstStyle/>
        <a:p>
          <a:endParaRPr lang="fr-FR"/>
        </a:p>
      </dgm:t>
    </dgm:pt>
    <dgm:pt modelId="{51573681-6625-4FD5-A829-D42E0DECECDB}" type="parTrans" cxnId="{FC38A741-F23B-4156-BBBA-F70F7F379332}">
      <dgm:prSet/>
      <dgm:spPr/>
      <dgm:t>
        <a:bodyPr/>
        <a:lstStyle/>
        <a:p>
          <a:endParaRPr lang="fr-FR"/>
        </a:p>
      </dgm:t>
    </dgm:pt>
    <dgm:pt modelId="{DB1CAC6C-E05C-438A-BEB8-042FD2FA5727}">
      <dgm:prSet/>
      <dgm:spPr/>
      <dgm:t>
        <a:bodyPr/>
        <a:lstStyle/>
        <a:p>
          <a:r>
            <a:rPr lang="fr-FR" b="0" dirty="0"/>
            <a:t>POC </a:t>
          </a:r>
          <a:r>
            <a:rPr lang="fr-FR" b="0" dirty="0">
              <a:sym typeface="Wingdings" panose="05000000000000000000" pitchFamily="2" charset="2"/>
            </a:rPr>
            <a:t> HRNet</a:t>
          </a:r>
          <a:endParaRPr lang="fr-FR" dirty="0"/>
        </a:p>
      </dgm:t>
    </dgm:pt>
    <dgm:pt modelId="{484C2CA9-1F41-4867-98DA-78EE9A8F7EFF}" type="sibTrans" cxnId="{4E745D31-C316-4761-973D-955AF7E5EBA9}">
      <dgm:prSet/>
      <dgm:spPr/>
      <dgm:t>
        <a:bodyPr/>
        <a:lstStyle/>
        <a:p>
          <a:endParaRPr lang="fr-FR"/>
        </a:p>
      </dgm:t>
    </dgm:pt>
    <dgm:pt modelId="{6C63FC94-D5ED-4DA5-B039-A771AD23A6AC}" type="parTrans" cxnId="{4E745D31-C316-4761-973D-955AF7E5EBA9}">
      <dgm:prSet/>
      <dgm:spPr/>
      <dgm:t>
        <a:bodyPr/>
        <a:lstStyle/>
        <a:p>
          <a:endParaRPr lang="fr-FR"/>
        </a:p>
      </dgm:t>
    </dgm:pt>
    <dgm:pt modelId="{CEDBF97F-C387-4060-BCC4-9DC506D13585}">
      <dgm:prSet/>
      <dgm:spPr/>
      <dgm:t>
        <a:bodyPr/>
        <a:lstStyle/>
        <a:p>
          <a:r>
            <a:rPr lang="fr-FR" b="0" dirty="0"/>
            <a:t>Métriques </a:t>
          </a:r>
          <a:r>
            <a:rPr lang="fr-FR" b="0" dirty="0">
              <a:sym typeface="Wingdings" panose="05000000000000000000" pitchFamily="2" charset="2"/>
            </a:rPr>
            <a:t> </a:t>
          </a:r>
          <a:r>
            <a:rPr lang="fr-FR" b="0" dirty="0" err="1"/>
            <a:t>Categorical</a:t>
          </a:r>
          <a:r>
            <a:rPr lang="fr-FR" b="0" dirty="0"/>
            <a:t> </a:t>
          </a:r>
          <a:r>
            <a:rPr lang="fr-FR" b="0" dirty="0" err="1"/>
            <a:t>Accuracy</a:t>
          </a:r>
          <a:r>
            <a:rPr lang="fr-FR" b="0" dirty="0"/>
            <a:t> et </a:t>
          </a:r>
          <a:r>
            <a:rPr lang="fr-FR" b="0" dirty="0" err="1"/>
            <a:t>meanIoU</a:t>
          </a:r>
          <a:endParaRPr lang="fr-FR" dirty="0"/>
        </a:p>
      </dgm:t>
    </dgm:pt>
    <dgm:pt modelId="{6BFD45E3-386A-42F0-A2AC-4F528C06D2FC}" type="sibTrans" cxnId="{66ED1ABD-3BA6-40D8-AE69-4DFBCF404F68}">
      <dgm:prSet/>
      <dgm:spPr/>
      <dgm:t>
        <a:bodyPr/>
        <a:lstStyle/>
        <a:p>
          <a:endParaRPr lang="fr-FR"/>
        </a:p>
      </dgm:t>
    </dgm:pt>
    <dgm:pt modelId="{189EEEFD-0213-4FFD-A4CB-2B259E2C6A4F}" type="parTrans" cxnId="{66ED1ABD-3BA6-40D8-AE69-4DFBCF404F68}">
      <dgm:prSet/>
      <dgm:spPr/>
      <dgm:t>
        <a:bodyPr/>
        <a:lstStyle/>
        <a:p>
          <a:endParaRPr lang="fr-FR"/>
        </a:p>
      </dgm:t>
    </dgm:pt>
    <dgm:pt modelId="{ECC3DAC8-F47D-462A-8C43-B1BD46EE756B}">
      <dgm:prSet custT="1"/>
      <dgm:spPr/>
      <dgm:t>
        <a:bodyPr/>
        <a:lstStyle/>
        <a:p>
          <a:r>
            <a:rPr lang="fr-FR" sz="2100" dirty="0"/>
            <a:t>Data </a:t>
          </a:r>
          <a:r>
            <a:rPr lang="fr-FR" sz="2100" dirty="0" err="1"/>
            <a:t>generator</a:t>
          </a:r>
          <a:r>
            <a:rPr lang="fr-FR" sz="2100" dirty="0"/>
            <a:t> sans augmentation</a:t>
          </a:r>
          <a:endParaRPr lang="fr-FR" sz="2100" b="0" dirty="0"/>
        </a:p>
      </dgm:t>
    </dgm:pt>
    <dgm:pt modelId="{F3A7B04D-F678-4D6F-860C-5B9615EE1136}" type="sibTrans" cxnId="{3F49F823-CCFB-4CF4-9D9C-6E5AC31439B0}">
      <dgm:prSet/>
      <dgm:spPr/>
      <dgm:t>
        <a:bodyPr/>
        <a:lstStyle/>
        <a:p>
          <a:endParaRPr lang="fr-FR"/>
        </a:p>
      </dgm:t>
    </dgm:pt>
    <dgm:pt modelId="{52CE6F46-80D9-4283-B426-0AC19FD9BDE6}" type="parTrans" cxnId="{3F49F823-CCFB-4CF4-9D9C-6E5AC31439B0}">
      <dgm:prSet/>
      <dgm:spPr/>
      <dgm:t>
        <a:bodyPr/>
        <a:lstStyle/>
        <a:p>
          <a:endParaRPr lang="fr-FR"/>
        </a:p>
      </dgm:t>
    </dgm:pt>
    <dgm:pt modelId="{A2C6F230-F6DD-42D3-9CD6-89CD30A22C5F}">
      <dgm:prSet custT="1"/>
      <dgm:spPr/>
      <dgm:t>
        <a:bodyPr/>
        <a:lstStyle/>
        <a:p>
          <a:r>
            <a:rPr lang="fr-FR" sz="2100" dirty="0"/>
            <a:t>Images et Masque </a:t>
          </a:r>
          <a:r>
            <a:rPr lang="fr-FR" sz="2100" dirty="0">
              <a:sym typeface="Wingdings" panose="05000000000000000000" pitchFamily="2" charset="2"/>
            </a:rPr>
            <a:t> 128 * 128</a:t>
          </a:r>
          <a:endParaRPr lang="fr-FR" sz="2100" b="0" dirty="0"/>
        </a:p>
      </dgm:t>
    </dgm:pt>
    <dgm:pt modelId="{585ADA42-1A78-42ED-A2DF-4C42F0BD4DE1}" type="sibTrans" cxnId="{247864D3-4CFA-4FCF-B904-1D5B4796AF32}">
      <dgm:prSet/>
      <dgm:spPr/>
      <dgm:t>
        <a:bodyPr/>
        <a:lstStyle/>
        <a:p>
          <a:endParaRPr lang="fr-FR"/>
        </a:p>
      </dgm:t>
    </dgm:pt>
    <dgm:pt modelId="{CF1CF537-38F2-48A6-851E-04EFF880DD55}" type="parTrans" cxnId="{247864D3-4CFA-4FCF-B904-1D5B4796AF32}">
      <dgm:prSet/>
      <dgm:spPr/>
      <dgm:t>
        <a:bodyPr/>
        <a:lstStyle/>
        <a:p>
          <a:endParaRPr lang="fr-FR"/>
        </a:p>
      </dgm:t>
    </dgm:pt>
    <dgm:pt modelId="{552BA243-D098-4A5A-AA6F-E99C2D387CCE}">
      <dgm:prSet custT="1"/>
      <dgm:spPr/>
      <dgm:t>
        <a:bodyPr/>
        <a:lstStyle/>
        <a:p>
          <a:r>
            <a:rPr lang="fr-FR" sz="2100" dirty="0"/>
            <a:t>Batch size </a:t>
          </a:r>
          <a:r>
            <a:rPr lang="fr-FR" sz="2100" dirty="0">
              <a:sym typeface="Wingdings" panose="05000000000000000000" pitchFamily="2" charset="2"/>
            </a:rPr>
            <a:t> 4</a:t>
          </a:r>
          <a:endParaRPr lang="fr-FR" sz="2100" b="0" dirty="0"/>
        </a:p>
      </dgm:t>
    </dgm:pt>
    <dgm:pt modelId="{C877FAF2-263E-4140-A0F3-879974FFFA68}" type="parTrans" cxnId="{B66AA033-F2C8-449C-9713-6C15251DDE37}">
      <dgm:prSet/>
      <dgm:spPr/>
      <dgm:t>
        <a:bodyPr/>
        <a:lstStyle/>
        <a:p>
          <a:endParaRPr lang="fr-FR"/>
        </a:p>
      </dgm:t>
    </dgm:pt>
    <dgm:pt modelId="{B1C93C27-D80A-4058-8FC4-0E7E9FAB5857}" type="sibTrans" cxnId="{B66AA033-F2C8-449C-9713-6C15251DDE37}">
      <dgm:prSet/>
      <dgm:spPr/>
      <dgm:t>
        <a:bodyPr/>
        <a:lstStyle/>
        <a:p>
          <a:endParaRPr lang="fr-FR"/>
        </a:p>
      </dgm:t>
    </dgm:pt>
    <dgm:pt modelId="{4FAC5C7E-690A-4D73-94AE-D9205D7EC809}" type="pres">
      <dgm:prSet presAssocID="{4D33B895-AA17-40D2-BE58-D58CAA8A73EF}" presName="Name0" presStyleCnt="0">
        <dgm:presLayoutVars>
          <dgm:dir/>
          <dgm:animLvl val="lvl"/>
          <dgm:resizeHandles val="exact"/>
        </dgm:presLayoutVars>
      </dgm:prSet>
      <dgm:spPr/>
    </dgm:pt>
    <dgm:pt modelId="{CF0D9044-79C7-48A1-AFDB-52BCABCF91B7}" type="pres">
      <dgm:prSet presAssocID="{3F97AA73-18EC-4BD9-B228-F40AD91FE8E8}" presName="linNode" presStyleCnt="0"/>
      <dgm:spPr/>
    </dgm:pt>
    <dgm:pt modelId="{AA5F4770-9AD8-4A94-9F89-EF7D2D8341A2}" type="pres">
      <dgm:prSet presAssocID="{3F97AA73-18EC-4BD9-B228-F40AD91FE8E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A3E41F9-BC1C-4C0E-A06C-0ADA8661A89A}" type="pres">
      <dgm:prSet presAssocID="{3F97AA73-18EC-4BD9-B228-F40AD91FE8E8}" presName="descendantText" presStyleLbl="alignAccFollowNode1" presStyleIdx="0" presStyleCnt="3">
        <dgm:presLayoutVars>
          <dgm:bulletEnabled val="1"/>
        </dgm:presLayoutVars>
      </dgm:prSet>
      <dgm:spPr/>
    </dgm:pt>
    <dgm:pt modelId="{1136F8B8-EA62-43FA-A2F4-47CCD972C97D}" type="pres">
      <dgm:prSet presAssocID="{5DEDC7F8-E248-4F78-8002-63E91C8E7ACC}" presName="sp" presStyleCnt="0"/>
      <dgm:spPr/>
    </dgm:pt>
    <dgm:pt modelId="{EA5B6F68-097C-4A14-848B-F822EE303199}" type="pres">
      <dgm:prSet presAssocID="{35C8C781-92D7-479F-AA0D-821F58CB267C}" presName="linNode" presStyleCnt="0"/>
      <dgm:spPr/>
    </dgm:pt>
    <dgm:pt modelId="{9B80E30E-E5D0-47A3-8E33-4866DEB27564}" type="pres">
      <dgm:prSet presAssocID="{35C8C781-92D7-479F-AA0D-821F58CB267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546C3ED-47E2-43CB-AF96-F607BC698370}" type="pres">
      <dgm:prSet presAssocID="{35C8C781-92D7-479F-AA0D-821F58CB267C}" presName="descendantText" presStyleLbl="alignAccFollowNode1" presStyleIdx="1" presStyleCnt="3" custScaleY="119959">
        <dgm:presLayoutVars>
          <dgm:bulletEnabled val="1"/>
        </dgm:presLayoutVars>
      </dgm:prSet>
      <dgm:spPr/>
    </dgm:pt>
    <dgm:pt modelId="{044D325E-E729-43FE-8BDD-9D2439FCEAAB}" type="pres">
      <dgm:prSet presAssocID="{76B4348F-7AA2-4F9A-BF5C-DE51C987224D}" presName="sp" presStyleCnt="0"/>
      <dgm:spPr/>
    </dgm:pt>
    <dgm:pt modelId="{C73B7382-A678-48B7-900F-D99D4C8737B0}" type="pres">
      <dgm:prSet presAssocID="{AF9CCEF8-94F3-467B-9021-24BF1FDBF524}" presName="linNode" presStyleCnt="0"/>
      <dgm:spPr/>
    </dgm:pt>
    <dgm:pt modelId="{38D0D4C6-630E-4EB8-B458-15FAB998EE7E}" type="pres">
      <dgm:prSet presAssocID="{AF9CCEF8-94F3-467B-9021-24BF1FDBF524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4C02B76-5E30-4FA4-A09F-7B6BD9B3407D}" type="pres">
      <dgm:prSet presAssocID="{AF9CCEF8-94F3-467B-9021-24BF1FDBF524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BA47AF05-2807-4EC2-948D-2AA844C5B4D6}" type="presOf" srcId="{86564542-1BEA-4DB6-8953-54BFBD1B409D}" destId="{A546C3ED-47E2-43CB-AF96-F607BC698370}" srcOrd="0" destOrd="0" presId="urn:microsoft.com/office/officeart/2005/8/layout/vList5"/>
    <dgm:cxn modelId="{53C53E07-518E-4F0E-9256-ACE2D7E32721}" srcId="{3F97AA73-18EC-4BD9-B228-F40AD91FE8E8}" destId="{B76B78C1-1CE5-4013-9527-B5B6DAE36AAB}" srcOrd="0" destOrd="0" parTransId="{93E793DA-77DD-404C-AD67-524FC7D67FE5}" sibTransId="{D52F938B-8169-498F-A3D5-CC0EA15BBCCB}"/>
    <dgm:cxn modelId="{E52B020C-3441-4666-848D-2D559FE87613}" type="presOf" srcId="{DB1CAC6C-E05C-438A-BEB8-042FD2FA5727}" destId="{EA3E41F9-BC1C-4C0E-A06C-0ADA8661A89A}" srcOrd="0" destOrd="1" presId="urn:microsoft.com/office/officeart/2005/8/layout/vList5"/>
    <dgm:cxn modelId="{C197C60E-669E-4E25-9E11-89779736E17A}" type="presOf" srcId="{552BA243-D098-4A5A-AA6F-E99C2D387CCE}" destId="{A546C3ED-47E2-43CB-AF96-F607BC698370}" srcOrd="0" destOrd="3" presId="urn:microsoft.com/office/officeart/2005/8/layout/vList5"/>
    <dgm:cxn modelId="{3F49F823-CCFB-4CF4-9D9C-6E5AC31439B0}" srcId="{35C8C781-92D7-479F-AA0D-821F58CB267C}" destId="{ECC3DAC8-F47D-462A-8C43-B1BD46EE756B}" srcOrd="1" destOrd="0" parTransId="{52CE6F46-80D9-4283-B426-0AC19FD9BDE6}" sibTransId="{F3A7B04D-F678-4D6F-860C-5B9615EE1136}"/>
    <dgm:cxn modelId="{4E745D31-C316-4761-973D-955AF7E5EBA9}" srcId="{3F97AA73-18EC-4BD9-B228-F40AD91FE8E8}" destId="{DB1CAC6C-E05C-438A-BEB8-042FD2FA5727}" srcOrd="1" destOrd="0" parTransId="{6C63FC94-D5ED-4DA5-B039-A771AD23A6AC}" sibTransId="{484C2CA9-1F41-4867-98DA-78EE9A8F7EFF}"/>
    <dgm:cxn modelId="{B66AA033-F2C8-449C-9713-6C15251DDE37}" srcId="{35C8C781-92D7-479F-AA0D-821F58CB267C}" destId="{552BA243-D098-4A5A-AA6F-E99C2D387CCE}" srcOrd="3" destOrd="0" parTransId="{C877FAF2-263E-4140-A0F3-879974FFFA68}" sibTransId="{B1C93C27-D80A-4058-8FC4-0E7E9FAB5857}"/>
    <dgm:cxn modelId="{2A126F37-1EE7-4B79-9765-2FA3F905ACDF}" type="presOf" srcId="{AF9CCEF8-94F3-467B-9021-24BF1FDBF524}" destId="{38D0D4C6-630E-4EB8-B458-15FAB998EE7E}" srcOrd="0" destOrd="0" presId="urn:microsoft.com/office/officeart/2005/8/layout/vList5"/>
    <dgm:cxn modelId="{CE248B37-3433-4949-B2B2-3612A783ACFE}" srcId="{AF9CCEF8-94F3-467B-9021-24BF1FDBF524}" destId="{73216A30-2484-474D-89D7-A1B137A366C4}" srcOrd="0" destOrd="0" parTransId="{0E52712F-D82D-4B85-BCE4-EEC3109094DB}" sibTransId="{3E0ECE25-2E27-454C-A896-CF7E26F2A561}"/>
    <dgm:cxn modelId="{FC38A741-F23B-4156-BBBA-F70F7F379332}" srcId="{4D33B895-AA17-40D2-BE58-D58CAA8A73EF}" destId="{3F97AA73-18EC-4BD9-B228-F40AD91FE8E8}" srcOrd="0" destOrd="0" parTransId="{51573681-6625-4FD5-A829-D42E0DECECDB}" sibTransId="{5DEDC7F8-E248-4F78-8002-63E91C8E7ACC}"/>
    <dgm:cxn modelId="{E0A0A963-30A4-43B2-8E13-20BC0C20862A}" type="presOf" srcId="{3F97AA73-18EC-4BD9-B228-F40AD91FE8E8}" destId="{AA5F4770-9AD8-4A94-9F89-EF7D2D8341A2}" srcOrd="0" destOrd="0" presId="urn:microsoft.com/office/officeart/2005/8/layout/vList5"/>
    <dgm:cxn modelId="{B2872644-59F6-45AF-A92E-6C3C9CC0AFD3}" srcId="{4D33B895-AA17-40D2-BE58-D58CAA8A73EF}" destId="{35C8C781-92D7-479F-AA0D-821F58CB267C}" srcOrd="1" destOrd="0" parTransId="{0A526FA6-4351-4132-9990-E23C0AF90893}" sibTransId="{76B4348F-7AA2-4F9A-BF5C-DE51C987224D}"/>
    <dgm:cxn modelId="{0AA57375-94EB-4DD7-8A4C-C214681854D6}" type="presOf" srcId="{CEDBF97F-C387-4060-BCC4-9DC506D13585}" destId="{EA3E41F9-BC1C-4C0E-A06C-0ADA8661A89A}" srcOrd="0" destOrd="2" presId="urn:microsoft.com/office/officeart/2005/8/layout/vList5"/>
    <dgm:cxn modelId="{8D9FAB57-D405-44B6-A2E0-16D0A070984A}" type="presOf" srcId="{A2C6F230-F6DD-42D3-9CD6-89CD30A22C5F}" destId="{A546C3ED-47E2-43CB-AF96-F607BC698370}" srcOrd="0" destOrd="2" presId="urn:microsoft.com/office/officeart/2005/8/layout/vList5"/>
    <dgm:cxn modelId="{DBEE809B-787B-4B1B-88F7-68FADEB39CB6}" type="presOf" srcId="{ECC3DAC8-F47D-462A-8C43-B1BD46EE756B}" destId="{A546C3ED-47E2-43CB-AF96-F607BC698370}" srcOrd="0" destOrd="1" presId="urn:microsoft.com/office/officeart/2005/8/layout/vList5"/>
    <dgm:cxn modelId="{686355AF-A8C5-43B1-8B6D-6B31F2A559D1}" type="presOf" srcId="{73216A30-2484-474D-89D7-A1B137A366C4}" destId="{E4C02B76-5E30-4FA4-A09F-7B6BD9B3407D}" srcOrd="0" destOrd="0" presId="urn:microsoft.com/office/officeart/2005/8/layout/vList5"/>
    <dgm:cxn modelId="{8F23DAB9-FDC5-4A6E-83E3-2CEB68370B60}" srcId="{35C8C781-92D7-479F-AA0D-821F58CB267C}" destId="{86564542-1BEA-4DB6-8953-54BFBD1B409D}" srcOrd="0" destOrd="0" parTransId="{9D223FCF-E1B7-4FFD-9847-588C3E91DA73}" sibTransId="{D7D921F8-0FC1-4EE0-9A93-07D02C0243D0}"/>
    <dgm:cxn modelId="{66ED1ABD-3BA6-40D8-AE69-4DFBCF404F68}" srcId="{3F97AA73-18EC-4BD9-B228-F40AD91FE8E8}" destId="{CEDBF97F-C387-4060-BCC4-9DC506D13585}" srcOrd="2" destOrd="0" parTransId="{189EEEFD-0213-4FFD-A4CB-2B259E2C6A4F}" sibTransId="{6BFD45E3-386A-42F0-A2AC-4F528C06D2FC}"/>
    <dgm:cxn modelId="{22F656CA-A020-4C35-92F8-3FB90487A38E}" type="presOf" srcId="{B76B78C1-1CE5-4013-9527-B5B6DAE36AAB}" destId="{EA3E41F9-BC1C-4C0E-A06C-0ADA8661A89A}" srcOrd="0" destOrd="0" presId="urn:microsoft.com/office/officeart/2005/8/layout/vList5"/>
    <dgm:cxn modelId="{7B86B9CE-1E8F-4674-8B7C-DE2EE32CE5FC}" srcId="{4D33B895-AA17-40D2-BE58-D58CAA8A73EF}" destId="{AF9CCEF8-94F3-467B-9021-24BF1FDBF524}" srcOrd="2" destOrd="0" parTransId="{71ACBCAD-7AFE-4B87-862A-9FDE99E67D0E}" sibTransId="{328FB3C4-3FCD-4FAF-B10E-70CD89E2FF85}"/>
    <dgm:cxn modelId="{247864D3-4CFA-4FCF-B904-1D5B4796AF32}" srcId="{35C8C781-92D7-479F-AA0D-821F58CB267C}" destId="{A2C6F230-F6DD-42D3-9CD6-89CD30A22C5F}" srcOrd="2" destOrd="0" parTransId="{CF1CF537-38F2-48A6-851E-04EFF880DD55}" sibTransId="{585ADA42-1A78-42ED-A2DF-4C42F0BD4DE1}"/>
    <dgm:cxn modelId="{362381D3-5459-4B93-BACA-2B6A7A28505D}" type="presOf" srcId="{D1326508-5978-488F-B5E3-364061FDCE98}" destId="{E4C02B76-5E30-4FA4-A09F-7B6BD9B3407D}" srcOrd="0" destOrd="1" presId="urn:microsoft.com/office/officeart/2005/8/layout/vList5"/>
    <dgm:cxn modelId="{EF5D6BE0-50B5-44FD-A914-67C5C432C9E0}" srcId="{AF9CCEF8-94F3-467B-9021-24BF1FDBF524}" destId="{D1326508-5978-488F-B5E3-364061FDCE98}" srcOrd="1" destOrd="0" parTransId="{A2F545DC-27C6-4CC8-AA9C-23772516EDFD}" sibTransId="{2340B8C6-B7C5-4D5E-A51D-93438F16BA4B}"/>
    <dgm:cxn modelId="{239D99EA-8CBB-480D-AB6D-C37EC790E5A8}" type="presOf" srcId="{35C8C781-92D7-479F-AA0D-821F58CB267C}" destId="{9B80E30E-E5D0-47A3-8E33-4866DEB27564}" srcOrd="0" destOrd="0" presId="urn:microsoft.com/office/officeart/2005/8/layout/vList5"/>
    <dgm:cxn modelId="{18D27EF6-0DC9-4C05-993C-CB0421D799E6}" type="presOf" srcId="{4D33B895-AA17-40D2-BE58-D58CAA8A73EF}" destId="{4FAC5C7E-690A-4D73-94AE-D9205D7EC809}" srcOrd="0" destOrd="0" presId="urn:microsoft.com/office/officeart/2005/8/layout/vList5"/>
    <dgm:cxn modelId="{7E9CA9A6-ADD3-4364-8F02-6C1EC19FC99E}" type="presParOf" srcId="{4FAC5C7E-690A-4D73-94AE-D9205D7EC809}" destId="{CF0D9044-79C7-48A1-AFDB-52BCABCF91B7}" srcOrd="0" destOrd="0" presId="urn:microsoft.com/office/officeart/2005/8/layout/vList5"/>
    <dgm:cxn modelId="{728213A0-7E30-4CE4-B9F3-1546049ECEFF}" type="presParOf" srcId="{CF0D9044-79C7-48A1-AFDB-52BCABCF91B7}" destId="{AA5F4770-9AD8-4A94-9F89-EF7D2D8341A2}" srcOrd="0" destOrd="0" presId="urn:microsoft.com/office/officeart/2005/8/layout/vList5"/>
    <dgm:cxn modelId="{C7BA1EA2-6D33-44F4-B512-B6ABDB531B82}" type="presParOf" srcId="{CF0D9044-79C7-48A1-AFDB-52BCABCF91B7}" destId="{EA3E41F9-BC1C-4C0E-A06C-0ADA8661A89A}" srcOrd="1" destOrd="0" presId="urn:microsoft.com/office/officeart/2005/8/layout/vList5"/>
    <dgm:cxn modelId="{A5EDB526-3DEF-46F2-B206-8D59181CA3F6}" type="presParOf" srcId="{4FAC5C7E-690A-4D73-94AE-D9205D7EC809}" destId="{1136F8B8-EA62-43FA-A2F4-47CCD972C97D}" srcOrd="1" destOrd="0" presId="urn:microsoft.com/office/officeart/2005/8/layout/vList5"/>
    <dgm:cxn modelId="{411A5440-5A93-4A41-B10E-E6BEC09A1591}" type="presParOf" srcId="{4FAC5C7E-690A-4D73-94AE-D9205D7EC809}" destId="{EA5B6F68-097C-4A14-848B-F822EE303199}" srcOrd="2" destOrd="0" presId="urn:microsoft.com/office/officeart/2005/8/layout/vList5"/>
    <dgm:cxn modelId="{5947487B-56E0-4B37-A996-03B2C537DC0A}" type="presParOf" srcId="{EA5B6F68-097C-4A14-848B-F822EE303199}" destId="{9B80E30E-E5D0-47A3-8E33-4866DEB27564}" srcOrd="0" destOrd="0" presId="urn:microsoft.com/office/officeart/2005/8/layout/vList5"/>
    <dgm:cxn modelId="{71E1717D-52DD-4E93-807A-592E312A0F9F}" type="presParOf" srcId="{EA5B6F68-097C-4A14-848B-F822EE303199}" destId="{A546C3ED-47E2-43CB-AF96-F607BC698370}" srcOrd="1" destOrd="0" presId="urn:microsoft.com/office/officeart/2005/8/layout/vList5"/>
    <dgm:cxn modelId="{04AE86ED-A99A-4652-9397-6768FC49D01B}" type="presParOf" srcId="{4FAC5C7E-690A-4D73-94AE-D9205D7EC809}" destId="{044D325E-E729-43FE-8BDD-9D2439FCEAAB}" srcOrd="3" destOrd="0" presId="urn:microsoft.com/office/officeart/2005/8/layout/vList5"/>
    <dgm:cxn modelId="{3E647642-E5B9-4879-80FE-383D3A14B943}" type="presParOf" srcId="{4FAC5C7E-690A-4D73-94AE-D9205D7EC809}" destId="{C73B7382-A678-48B7-900F-D99D4C8737B0}" srcOrd="4" destOrd="0" presId="urn:microsoft.com/office/officeart/2005/8/layout/vList5"/>
    <dgm:cxn modelId="{412ED770-4AEE-4FBE-BEF2-1C5D40185F79}" type="presParOf" srcId="{C73B7382-A678-48B7-900F-D99D4C8737B0}" destId="{38D0D4C6-630E-4EB8-B458-15FAB998EE7E}" srcOrd="0" destOrd="0" presId="urn:microsoft.com/office/officeart/2005/8/layout/vList5"/>
    <dgm:cxn modelId="{F1994BD5-854C-4BDA-B078-C9E586BE3A58}" type="presParOf" srcId="{C73B7382-A678-48B7-900F-D99D4C8737B0}" destId="{E4C02B76-5E30-4FA4-A09F-7B6BD9B3407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FEF4104-F74F-4C59-9AC7-08BD2F349BE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2A33AC3-9826-4596-9073-D8475C020731}">
      <dgm:prSet/>
      <dgm:spPr/>
      <dgm:t>
        <a:bodyPr/>
        <a:lstStyle/>
        <a:p>
          <a:r>
            <a: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Modèles</a:t>
          </a:r>
        </a:p>
      </dgm:t>
    </dgm:pt>
    <dgm:pt modelId="{7BF5A5B2-2F10-47E3-A1A1-83F99B75F7CC}" type="parTrans" cxnId="{A46E7EDF-7B1E-4BE3-AE49-43477652DE2F}">
      <dgm:prSet/>
      <dgm:spPr/>
      <dgm:t>
        <a:bodyPr/>
        <a:lstStyle/>
        <a:p>
          <a:endParaRPr lang="fr-FR"/>
        </a:p>
      </dgm:t>
    </dgm:pt>
    <dgm:pt modelId="{264BDC92-BCD2-4070-873D-CDF46F81E07F}" type="sibTrans" cxnId="{A46E7EDF-7B1E-4BE3-AE49-43477652DE2F}">
      <dgm:prSet/>
      <dgm:spPr/>
      <dgm:t>
        <a:bodyPr/>
        <a:lstStyle/>
        <a:p>
          <a:endParaRPr lang="fr-FR"/>
        </a:p>
      </dgm:t>
    </dgm:pt>
    <dgm:pt modelId="{E63910B4-C487-40D8-A1DF-FBC8085D5E73}" type="pres">
      <dgm:prSet presAssocID="{CFEF4104-F74F-4C59-9AC7-08BD2F349BE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E68A37F-F1D6-4FFC-A124-91DA869AC389}" type="pres">
      <dgm:prSet presAssocID="{02A33AC3-9826-4596-9073-D8475C020731}" presName="horFlow" presStyleCnt="0"/>
      <dgm:spPr/>
    </dgm:pt>
    <dgm:pt modelId="{71AC999A-B86C-43B5-B8EC-A725977468C4}" type="pres">
      <dgm:prSet presAssocID="{02A33AC3-9826-4596-9073-D8475C020731}" presName="bigChev" presStyleLbl="node1" presStyleIdx="0" presStyleCnt="1" custScaleX="145445" custLinFactNeighborY="-1065"/>
      <dgm:spPr/>
    </dgm:pt>
  </dgm:ptLst>
  <dgm:cxnLst>
    <dgm:cxn modelId="{227BF6A2-EB0F-492A-BDF4-0AEBE19F3435}" type="presOf" srcId="{02A33AC3-9826-4596-9073-D8475C020731}" destId="{71AC999A-B86C-43B5-B8EC-A725977468C4}" srcOrd="0" destOrd="0" presId="urn:microsoft.com/office/officeart/2005/8/layout/lProcess3"/>
    <dgm:cxn modelId="{9B80BDB0-3848-48B0-B23B-48C34C39C54C}" type="presOf" srcId="{CFEF4104-F74F-4C59-9AC7-08BD2F349BEC}" destId="{E63910B4-C487-40D8-A1DF-FBC8085D5E73}" srcOrd="0" destOrd="0" presId="urn:microsoft.com/office/officeart/2005/8/layout/lProcess3"/>
    <dgm:cxn modelId="{A46E7EDF-7B1E-4BE3-AE49-43477652DE2F}" srcId="{CFEF4104-F74F-4C59-9AC7-08BD2F349BEC}" destId="{02A33AC3-9826-4596-9073-D8475C020731}" srcOrd="0" destOrd="0" parTransId="{7BF5A5B2-2F10-47E3-A1A1-83F99B75F7CC}" sibTransId="{264BDC92-BCD2-4070-873D-CDF46F81E07F}"/>
    <dgm:cxn modelId="{396B839B-2D8D-4E91-AF25-1929A05C84F9}" type="presParOf" srcId="{E63910B4-C487-40D8-A1DF-FBC8085D5E73}" destId="{2E68A37F-F1D6-4FFC-A124-91DA869AC389}" srcOrd="0" destOrd="0" presId="urn:microsoft.com/office/officeart/2005/8/layout/lProcess3"/>
    <dgm:cxn modelId="{5B48528A-36FA-4215-96B7-8343489F9CCD}" type="presParOf" srcId="{2E68A37F-F1D6-4FFC-A124-91DA869AC389}" destId="{71AC999A-B86C-43B5-B8EC-A725977468C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DF9BBDC3-A303-4CFA-97EE-52685B246660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B174EBC-602F-43C6-9180-A27BC4E5C07A}">
      <dgm:prSet custT="1"/>
      <dgm:spPr/>
      <dgm:t>
        <a:bodyPr/>
        <a:lstStyle/>
        <a:p>
          <a:r>
            <a:rPr lang="fr-FR" sz="3200" b="1" dirty="0">
              <a:effectLst/>
            </a:rPr>
            <a:t>BASELINE : </a:t>
          </a:r>
          <a:r>
            <a:rPr lang="fr-FR" sz="3200" b="1" dirty="0">
              <a:solidFill>
                <a:schemeClr val="accent2"/>
              </a:solidFill>
              <a:effectLst/>
            </a:rPr>
            <a:t>UNET</a:t>
          </a:r>
        </a:p>
      </dgm:t>
    </dgm:pt>
    <dgm:pt modelId="{186C6CA6-0C1C-45A8-9635-AA1DBADF7C6A}" type="sibTrans" cxnId="{75B4322E-61EB-461E-80C8-568369B0EC1E}">
      <dgm:prSet/>
      <dgm:spPr/>
      <dgm:t>
        <a:bodyPr/>
        <a:lstStyle/>
        <a:p>
          <a:endParaRPr lang="fr-FR"/>
        </a:p>
      </dgm:t>
    </dgm:pt>
    <dgm:pt modelId="{D90C42F9-A4E7-459A-9B28-F46CC99505AC}" type="parTrans" cxnId="{75B4322E-61EB-461E-80C8-568369B0EC1E}">
      <dgm:prSet/>
      <dgm:spPr/>
      <dgm:t>
        <a:bodyPr/>
        <a:lstStyle/>
        <a:p>
          <a:endParaRPr lang="fr-FR"/>
        </a:p>
      </dgm:t>
    </dgm:pt>
    <dgm:pt modelId="{BEA96592-CA4C-4FA1-B98A-91C78A1F216E}" type="pres">
      <dgm:prSet presAssocID="{DF9BBDC3-A303-4CFA-97EE-52685B24666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9763A646-1CA6-4A3C-AA8E-0F20250E317A}" type="pres">
      <dgm:prSet presAssocID="{1B174EBC-602F-43C6-9180-A27BC4E5C07A}" presName="circle1" presStyleLbl="node1" presStyleIdx="0" presStyleCnt="1"/>
      <dgm:spPr/>
    </dgm:pt>
    <dgm:pt modelId="{3CAAFDC0-AD06-4383-9047-1908806DF1EC}" type="pres">
      <dgm:prSet presAssocID="{1B174EBC-602F-43C6-9180-A27BC4E5C07A}" presName="space" presStyleCnt="0"/>
      <dgm:spPr/>
    </dgm:pt>
    <dgm:pt modelId="{61C3D6CC-4B09-4C87-BA77-781F5518E66A}" type="pres">
      <dgm:prSet presAssocID="{1B174EBC-602F-43C6-9180-A27BC4E5C07A}" presName="rect1" presStyleLbl="alignAcc1" presStyleIdx="0" presStyleCnt="1" custLinFactNeighborY="1297"/>
      <dgm:spPr/>
    </dgm:pt>
    <dgm:pt modelId="{004B1B41-2516-47BD-990D-3FBA52735695}" type="pres">
      <dgm:prSet presAssocID="{1B174EBC-602F-43C6-9180-A27BC4E5C07A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75B4322E-61EB-461E-80C8-568369B0EC1E}" srcId="{DF9BBDC3-A303-4CFA-97EE-52685B246660}" destId="{1B174EBC-602F-43C6-9180-A27BC4E5C07A}" srcOrd="0" destOrd="0" parTransId="{D90C42F9-A4E7-459A-9B28-F46CC99505AC}" sibTransId="{186C6CA6-0C1C-45A8-9635-AA1DBADF7C6A}"/>
    <dgm:cxn modelId="{FFB6E42E-6033-4ABE-AC42-3B421F7C7F62}" type="presOf" srcId="{DF9BBDC3-A303-4CFA-97EE-52685B246660}" destId="{BEA96592-CA4C-4FA1-B98A-91C78A1F216E}" srcOrd="0" destOrd="0" presId="urn:microsoft.com/office/officeart/2005/8/layout/target3"/>
    <dgm:cxn modelId="{BBB26196-1221-4B99-80A4-8D276B3A86D5}" type="presOf" srcId="{1B174EBC-602F-43C6-9180-A27BC4E5C07A}" destId="{004B1B41-2516-47BD-990D-3FBA52735695}" srcOrd="1" destOrd="0" presId="urn:microsoft.com/office/officeart/2005/8/layout/target3"/>
    <dgm:cxn modelId="{BFB4A9A8-6197-47AF-A527-6B6589A6F7E9}" type="presOf" srcId="{1B174EBC-602F-43C6-9180-A27BC4E5C07A}" destId="{61C3D6CC-4B09-4C87-BA77-781F5518E66A}" srcOrd="0" destOrd="0" presId="urn:microsoft.com/office/officeart/2005/8/layout/target3"/>
    <dgm:cxn modelId="{D3AF56A3-418A-408B-83A3-4415A3ACE950}" type="presParOf" srcId="{BEA96592-CA4C-4FA1-B98A-91C78A1F216E}" destId="{9763A646-1CA6-4A3C-AA8E-0F20250E317A}" srcOrd="0" destOrd="0" presId="urn:microsoft.com/office/officeart/2005/8/layout/target3"/>
    <dgm:cxn modelId="{D7D0889F-9D73-4789-A3A0-5936072644F2}" type="presParOf" srcId="{BEA96592-CA4C-4FA1-B98A-91C78A1F216E}" destId="{3CAAFDC0-AD06-4383-9047-1908806DF1EC}" srcOrd="1" destOrd="0" presId="urn:microsoft.com/office/officeart/2005/8/layout/target3"/>
    <dgm:cxn modelId="{A039530B-90A0-4191-A1EB-3AE2714CA378}" type="presParOf" srcId="{BEA96592-CA4C-4FA1-B98A-91C78A1F216E}" destId="{61C3D6CC-4B09-4C87-BA77-781F5518E66A}" srcOrd="2" destOrd="0" presId="urn:microsoft.com/office/officeart/2005/8/layout/target3"/>
    <dgm:cxn modelId="{43885D3F-D8D2-46D6-A74E-BBC9C8E6A5C0}" type="presParOf" srcId="{BEA96592-CA4C-4FA1-B98A-91C78A1F216E}" destId="{004B1B41-2516-47BD-990D-3FBA52735695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FEF4104-F74F-4C59-9AC7-08BD2F349BE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2A33AC3-9826-4596-9073-D8475C020731}">
      <dgm:prSet/>
      <dgm:spPr/>
      <dgm:t>
        <a:bodyPr/>
        <a:lstStyle/>
        <a:p>
          <a:r>
            <a: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Modèles</a:t>
          </a:r>
        </a:p>
      </dgm:t>
    </dgm:pt>
    <dgm:pt modelId="{7BF5A5B2-2F10-47E3-A1A1-83F99B75F7CC}" type="parTrans" cxnId="{A46E7EDF-7B1E-4BE3-AE49-43477652DE2F}">
      <dgm:prSet/>
      <dgm:spPr/>
      <dgm:t>
        <a:bodyPr/>
        <a:lstStyle/>
        <a:p>
          <a:endParaRPr lang="fr-FR"/>
        </a:p>
      </dgm:t>
    </dgm:pt>
    <dgm:pt modelId="{264BDC92-BCD2-4070-873D-CDF46F81E07F}" type="sibTrans" cxnId="{A46E7EDF-7B1E-4BE3-AE49-43477652DE2F}">
      <dgm:prSet/>
      <dgm:spPr/>
      <dgm:t>
        <a:bodyPr/>
        <a:lstStyle/>
        <a:p>
          <a:endParaRPr lang="fr-FR"/>
        </a:p>
      </dgm:t>
    </dgm:pt>
    <dgm:pt modelId="{E63910B4-C487-40D8-A1DF-FBC8085D5E73}" type="pres">
      <dgm:prSet presAssocID="{CFEF4104-F74F-4C59-9AC7-08BD2F349BE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E68A37F-F1D6-4FFC-A124-91DA869AC389}" type="pres">
      <dgm:prSet presAssocID="{02A33AC3-9826-4596-9073-D8475C020731}" presName="horFlow" presStyleCnt="0"/>
      <dgm:spPr/>
    </dgm:pt>
    <dgm:pt modelId="{71AC999A-B86C-43B5-B8EC-A725977468C4}" type="pres">
      <dgm:prSet presAssocID="{02A33AC3-9826-4596-9073-D8475C020731}" presName="bigChev" presStyleLbl="node1" presStyleIdx="0" presStyleCnt="1" custScaleX="145445" custLinFactNeighborY="-1065"/>
      <dgm:spPr/>
    </dgm:pt>
  </dgm:ptLst>
  <dgm:cxnLst>
    <dgm:cxn modelId="{227BF6A2-EB0F-492A-BDF4-0AEBE19F3435}" type="presOf" srcId="{02A33AC3-9826-4596-9073-D8475C020731}" destId="{71AC999A-B86C-43B5-B8EC-A725977468C4}" srcOrd="0" destOrd="0" presId="urn:microsoft.com/office/officeart/2005/8/layout/lProcess3"/>
    <dgm:cxn modelId="{9B80BDB0-3848-48B0-B23B-48C34C39C54C}" type="presOf" srcId="{CFEF4104-F74F-4C59-9AC7-08BD2F349BEC}" destId="{E63910B4-C487-40D8-A1DF-FBC8085D5E73}" srcOrd="0" destOrd="0" presId="urn:microsoft.com/office/officeart/2005/8/layout/lProcess3"/>
    <dgm:cxn modelId="{A46E7EDF-7B1E-4BE3-AE49-43477652DE2F}" srcId="{CFEF4104-F74F-4C59-9AC7-08BD2F349BEC}" destId="{02A33AC3-9826-4596-9073-D8475C020731}" srcOrd="0" destOrd="0" parTransId="{7BF5A5B2-2F10-47E3-A1A1-83F99B75F7CC}" sibTransId="{264BDC92-BCD2-4070-873D-CDF46F81E07F}"/>
    <dgm:cxn modelId="{396B839B-2D8D-4E91-AF25-1929A05C84F9}" type="presParOf" srcId="{E63910B4-C487-40D8-A1DF-FBC8085D5E73}" destId="{2E68A37F-F1D6-4FFC-A124-91DA869AC389}" srcOrd="0" destOrd="0" presId="urn:microsoft.com/office/officeart/2005/8/layout/lProcess3"/>
    <dgm:cxn modelId="{5B48528A-36FA-4215-96B7-8343489F9CCD}" type="presParOf" srcId="{2E68A37F-F1D6-4FFC-A124-91DA869AC389}" destId="{71AC999A-B86C-43B5-B8EC-A725977468C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DF9BBDC3-A303-4CFA-97EE-52685B246660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B174EBC-602F-43C6-9180-A27BC4E5C07A}">
      <dgm:prSet custT="1"/>
      <dgm:spPr/>
      <dgm:t>
        <a:bodyPr/>
        <a:lstStyle/>
        <a:p>
          <a:r>
            <a:rPr lang="fr-FR" sz="3200" b="1" dirty="0">
              <a:effectLst/>
            </a:rPr>
            <a:t>POC : </a:t>
          </a:r>
          <a:r>
            <a:rPr lang="fr-FR" sz="3200" b="1" dirty="0">
              <a:solidFill>
                <a:schemeClr val="accent2"/>
              </a:solidFill>
              <a:effectLst/>
            </a:rPr>
            <a:t>HRNet(V2)</a:t>
          </a:r>
        </a:p>
      </dgm:t>
    </dgm:pt>
    <dgm:pt modelId="{186C6CA6-0C1C-45A8-9635-AA1DBADF7C6A}" type="sibTrans" cxnId="{75B4322E-61EB-461E-80C8-568369B0EC1E}">
      <dgm:prSet/>
      <dgm:spPr/>
      <dgm:t>
        <a:bodyPr/>
        <a:lstStyle/>
        <a:p>
          <a:endParaRPr lang="fr-FR"/>
        </a:p>
      </dgm:t>
    </dgm:pt>
    <dgm:pt modelId="{D90C42F9-A4E7-459A-9B28-F46CC99505AC}" type="parTrans" cxnId="{75B4322E-61EB-461E-80C8-568369B0EC1E}">
      <dgm:prSet/>
      <dgm:spPr/>
      <dgm:t>
        <a:bodyPr/>
        <a:lstStyle/>
        <a:p>
          <a:endParaRPr lang="fr-FR"/>
        </a:p>
      </dgm:t>
    </dgm:pt>
    <dgm:pt modelId="{BEA96592-CA4C-4FA1-B98A-91C78A1F216E}" type="pres">
      <dgm:prSet presAssocID="{DF9BBDC3-A303-4CFA-97EE-52685B24666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9763A646-1CA6-4A3C-AA8E-0F20250E317A}" type="pres">
      <dgm:prSet presAssocID="{1B174EBC-602F-43C6-9180-A27BC4E5C07A}" presName="circle1" presStyleLbl="node1" presStyleIdx="0" presStyleCnt="1"/>
      <dgm:spPr/>
    </dgm:pt>
    <dgm:pt modelId="{3CAAFDC0-AD06-4383-9047-1908806DF1EC}" type="pres">
      <dgm:prSet presAssocID="{1B174EBC-602F-43C6-9180-A27BC4E5C07A}" presName="space" presStyleCnt="0"/>
      <dgm:spPr/>
    </dgm:pt>
    <dgm:pt modelId="{61C3D6CC-4B09-4C87-BA77-781F5518E66A}" type="pres">
      <dgm:prSet presAssocID="{1B174EBC-602F-43C6-9180-A27BC4E5C07A}" presName="rect1" presStyleLbl="alignAcc1" presStyleIdx="0" presStyleCnt="1" custLinFactNeighborY="1297"/>
      <dgm:spPr/>
    </dgm:pt>
    <dgm:pt modelId="{004B1B41-2516-47BD-990D-3FBA52735695}" type="pres">
      <dgm:prSet presAssocID="{1B174EBC-602F-43C6-9180-A27BC4E5C07A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75B4322E-61EB-461E-80C8-568369B0EC1E}" srcId="{DF9BBDC3-A303-4CFA-97EE-52685B246660}" destId="{1B174EBC-602F-43C6-9180-A27BC4E5C07A}" srcOrd="0" destOrd="0" parTransId="{D90C42F9-A4E7-459A-9B28-F46CC99505AC}" sibTransId="{186C6CA6-0C1C-45A8-9635-AA1DBADF7C6A}"/>
    <dgm:cxn modelId="{FFB6E42E-6033-4ABE-AC42-3B421F7C7F62}" type="presOf" srcId="{DF9BBDC3-A303-4CFA-97EE-52685B246660}" destId="{BEA96592-CA4C-4FA1-B98A-91C78A1F216E}" srcOrd="0" destOrd="0" presId="urn:microsoft.com/office/officeart/2005/8/layout/target3"/>
    <dgm:cxn modelId="{BBB26196-1221-4B99-80A4-8D276B3A86D5}" type="presOf" srcId="{1B174EBC-602F-43C6-9180-A27BC4E5C07A}" destId="{004B1B41-2516-47BD-990D-3FBA52735695}" srcOrd="1" destOrd="0" presId="urn:microsoft.com/office/officeart/2005/8/layout/target3"/>
    <dgm:cxn modelId="{BFB4A9A8-6197-47AF-A527-6B6589A6F7E9}" type="presOf" srcId="{1B174EBC-602F-43C6-9180-A27BC4E5C07A}" destId="{61C3D6CC-4B09-4C87-BA77-781F5518E66A}" srcOrd="0" destOrd="0" presId="urn:microsoft.com/office/officeart/2005/8/layout/target3"/>
    <dgm:cxn modelId="{D3AF56A3-418A-408B-83A3-4415A3ACE950}" type="presParOf" srcId="{BEA96592-CA4C-4FA1-B98A-91C78A1F216E}" destId="{9763A646-1CA6-4A3C-AA8E-0F20250E317A}" srcOrd="0" destOrd="0" presId="urn:microsoft.com/office/officeart/2005/8/layout/target3"/>
    <dgm:cxn modelId="{D7D0889F-9D73-4789-A3A0-5936072644F2}" type="presParOf" srcId="{BEA96592-CA4C-4FA1-B98A-91C78A1F216E}" destId="{3CAAFDC0-AD06-4383-9047-1908806DF1EC}" srcOrd="1" destOrd="0" presId="urn:microsoft.com/office/officeart/2005/8/layout/target3"/>
    <dgm:cxn modelId="{A039530B-90A0-4191-A1EB-3AE2714CA378}" type="presParOf" srcId="{BEA96592-CA4C-4FA1-B98A-91C78A1F216E}" destId="{61C3D6CC-4B09-4C87-BA77-781F5518E66A}" srcOrd="2" destOrd="0" presId="urn:microsoft.com/office/officeart/2005/8/layout/target3"/>
    <dgm:cxn modelId="{43885D3F-D8D2-46D6-A74E-BBC9C8E6A5C0}" type="presParOf" srcId="{BEA96592-CA4C-4FA1-B98A-91C78A1F216E}" destId="{004B1B41-2516-47BD-990D-3FBA52735695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D764E1BA-E35D-46D7-A4FC-C36C23B62195}" type="doc">
      <dgm:prSet loTypeId="urn:microsoft.com/office/officeart/2005/8/layout/hList1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B8F1F4F-C987-4355-9569-6EF202C670EB}">
      <dgm:prSet custT="1"/>
      <dgm:spPr/>
      <dgm:t>
        <a:bodyPr/>
        <a:lstStyle/>
        <a:p>
          <a:r>
            <a:rPr lang="fr-FR" sz="2100" b="1" dirty="0"/>
            <a:t>Caractéristiques</a:t>
          </a:r>
          <a:endParaRPr lang="fr-FR" sz="2100" b="1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9CB6F13-9B7D-4E02-AE04-31D72233B496}" type="parTrans" cxnId="{B2EA27E2-5B5E-4660-B35B-684B7B98DF2A}">
      <dgm:prSet/>
      <dgm:spPr/>
      <dgm:t>
        <a:bodyPr/>
        <a:lstStyle/>
        <a:p>
          <a:endParaRPr lang="fr-FR"/>
        </a:p>
      </dgm:t>
    </dgm:pt>
    <dgm:pt modelId="{77F88178-8BEE-49C1-9794-338C446B7EEC}" type="sibTrans" cxnId="{B2EA27E2-5B5E-4660-B35B-684B7B98DF2A}">
      <dgm:prSet/>
      <dgm:spPr/>
      <dgm:t>
        <a:bodyPr/>
        <a:lstStyle/>
        <a:p>
          <a:endParaRPr lang="fr-FR"/>
        </a:p>
      </dgm:t>
    </dgm:pt>
    <dgm:pt modelId="{1DD1F46A-AB2E-47BF-8C2A-7EA3495D7BCF}">
      <dgm:prSet custT="1"/>
      <dgm:spPr/>
      <dgm:t>
        <a:bodyPr/>
        <a:lstStyle/>
        <a:p>
          <a:r>
            <a:rPr lang="fr-FR" sz="1600" b="1" dirty="0"/>
            <a:t>Maintien Haute Résolution</a:t>
          </a:r>
        </a:p>
      </dgm:t>
    </dgm:pt>
    <dgm:pt modelId="{A296DA28-A80F-48B7-879A-E0E6FE0BDD12}" type="sibTrans" cxnId="{ABF2A8BF-02D1-4E8E-9A78-1DB5FE082283}">
      <dgm:prSet/>
      <dgm:spPr/>
      <dgm:t>
        <a:bodyPr/>
        <a:lstStyle/>
        <a:p>
          <a:endParaRPr lang="fr-FR"/>
        </a:p>
      </dgm:t>
    </dgm:pt>
    <dgm:pt modelId="{46A560A9-4A3E-4B5C-BC19-1B865341CF20}" type="parTrans" cxnId="{ABF2A8BF-02D1-4E8E-9A78-1DB5FE082283}">
      <dgm:prSet/>
      <dgm:spPr/>
      <dgm:t>
        <a:bodyPr/>
        <a:lstStyle/>
        <a:p>
          <a:endParaRPr lang="fr-FR"/>
        </a:p>
      </dgm:t>
    </dgm:pt>
    <dgm:pt modelId="{95AE5E97-3880-476B-A9E8-CC4952F88B7D}">
      <dgm:prSet custT="1"/>
      <dgm:spPr/>
      <dgm:t>
        <a:bodyPr/>
        <a:lstStyle/>
        <a:p>
          <a:r>
            <a:rPr lang="fr-FR" sz="1600" b="1" dirty="0"/>
            <a:t>4 Réseaux en parallèles</a:t>
          </a:r>
        </a:p>
      </dgm:t>
    </dgm:pt>
    <dgm:pt modelId="{DBE4D452-1BAA-47C8-A194-9E8407BC51F8}" type="sibTrans" cxnId="{F8300A5C-EADD-45DD-86EC-E9B856CB8998}">
      <dgm:prSet/>
      <dgm:spPr/>
      <dgm:t>
        <a:bodyPr/>
        <a:lstStyle/>
        <a:p>
          <a:endParaRPr lang="fr-FR"/>
        </a:p>
      </dgm:t>
    </dgm:pt>
    <dgm:pt modelId="{DA13316E-5F5B-421B-B464-AA0AE85AC032}" type="parTrans" cxnId="{F8300A5C-EADD-45DD-86EC-E9B856CB8998}">
      <dgm:prSet/>
      <dgm:spPr/>
      <dgm:t>
        <a:bodyPr/>
        <a:lstStyle/>
        <a:p>
          <a:endParaRPr lang="fr-FR"/>
        </a:p>
      </dgm:t>
    </dgm:pt>
    <dgm:pt modelId="{76E365A6-7755-4567-93B2-EA2D4EA01EC6}">
      <dgm:prSet custT="1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lang="fr-FR" sz="1600" b="1" dirty="0"/>
            <a:t>  </a:t>
          </a:r>
        </a:p>
      </dgm:t>
    </dgm:pt>
    <dgm:pt modelId="{E051EA3C-8161-4CA0-9DEE-79B959341120}" type="sibTrans" cxnId="{3DFEDB30-E984-40DB-82EE-BF94A6DC7EF5}">
      <dgm:prSet/>
      <dgm:spPr/>
      <dgm:t>
        <a:bodyPr/>
        <a:lstStyle/>
        <a:p>
          <a:endParaRPr lang="fr-FR"/>
        </a:p>
      </dgm:t>
    </dgm:pt>
    <dgm:pt modelId="{BBC3098F-BB2B-4F3B-8D4B-E8E2EAF0A856}" type="parTrans" cxnId="{3DFEDB30-E984-40DB-82EE-BF94A6DC7EF5}">
      <dgm:prSet/>
      <dgm:spPr/>
      <dgm:t>
        <a:bodyPr/>
        <a:lstStyle/>
        <a:p>
          <a:endParaRPr lang="fr-FR"/>
        </a:p>
      </dgm:t>
    </dgm:pt>
    <dgm:pt modelId="{01D94A19-8E36-440F-80FB-6AECE3D55331}">
      <dgm:prSet custT="1"/>
      <dgm:spPr/>
      <dgm:t>
        <a:bodyPr/>
        <a:lstStyle/>
        <a:p>
          <a:r>
            <a:rPr lang="fr-FR" sz="1600" b="1" dirty="0"/>
            <a:t>Fusion des sous réseaux</a:t>
          </a:r>
        </a:p>
      </dgm:t>
    </dgm:pt>
    <dgm:pt modelId="{EA05A04A-F27B-4843-A834-E3D5A2DA0510}" type="parTrans" cxnId="{2982D879-139C-48B6-B67C-94D28E940A8C}">
      <dgm:prSet/>
      <dgm:spPr/>
      <dgm:t>
        <a:bodyPr/>
        <a:lstStyle/>
        <a:p>
          <a:endParaRPr lang="fr-FR"/>
        </a:p>
      </dgm:t>
    </dgm:pt>
    <dgm:pt modelId="{C981E750-1D3C-4904-A571-698AA3C148F1}" type="sibTrans" cxnId="{2982D879-139C-48B6-B67C-94D28E940A8C}">
      <dgm:prSet/>
      <dgm:spPr/>
      <dgm:t>
        <a:bodyPr/>
        <a:lstStyle/>
        <a:p>
          <a:endParaRPr lang="fr-FR"/>
        </a:p>
      </dgm:t>
    </dgm:pt>
    <dgm:pt modelId="{8915D568-9416-4024-BE78-C79665841289}">
      <dgm:prSet custT="1"/>
      <dgm:spPr/>
      <dgm:t>
        <a:bodyPr/>
        <a:lstStyle/>
        <a:p>
          <a:endParaRPr lang="fr-FR" sz="1600" b="1" dirty="0"/>
        </a:p>
      </dgm:t>
    </dgm:pt>
    <dgm:pt modelId="{FFE2121A-C600-4495-8D75-FBFFFBB68468}" type="parTrans" cxnId="{F318D1BE-16C9-4574-9861-D84E2DB8892B}">
      <dgm:prSet/>
      <dgm:spPr/>
      <dgm:t>
        <a:bodyPr/>
        <a:lstStyle/>
        <a:p>
          <a:endParaRPr lang="fr-FR"/>
        </a:p>
      </dgm:t>
    </dgm:pt>
    <dgm:pt modelId="{5F557B28-B304-438F-9D4A-37A49545F6D1}" type="sibTrans" cxnId="{F318D1BE-16C9-4574-9861-D84E2DB8892B}">
      <dgm:prSet/>
      <dgm:spPr/>
      <dgm:t>
        <a:bodyPr/>
        <a:lstStyle/>
        <a:p>
          <a:endParaRPr lang="fr-FR"/>
        </a:p>
      </dgm:t>
    </dgm:pt>
    <dgm:pt modelId="{E26D331F-F8D1-4C62-BCA7-7C8F101CFEC7}" type="pres">
      <dgm:prSet presAssocID="{D764E1BA-E35D-46D7-A4FC-C36C23B62195}" presName="Name0" presStyleCnt="0">
        <dgm:presLayoutVars>
          <dgm:dir/>
          <dgm:animLvl val="lvl"/>
          <dgm:resizeHandles val="exact"/>
        </dgm:presLayoutVars>
      </dgm:prSet>
      <dgm:spPr/>
    </dgm:pt>
    <dgm:pt modelId="{ED87F24D-4CA6-48E8-9864-2A0CDFCA8222}" type="pres">
      <dgm:prSet presAssocID="{BB8F1F4F-C987-4355-9569-6EF202C670EB}" presName="composite" presStyleCnt="0"/>
      <dgm:spPr/>
    </dgm:pt>
    <dgm:pt modelId="{481126F8-55A4-4913-833C-07833A4C490D}" type="pres">
      <dgm:prSet presAssocID="{BB8F1F4F-C987-4355-9569-6EF202C670EB}" presName="parTx" presStyleLbl="alignNode1" presStyleIdx="0" presStyleCnt="1" custScaleY="86806" custLinFactNeighborX="132" custLinFactNeighborY="12627">
        <dgm:presLayoutVars>
          <dgm:chMax val="0"/>
          <dgm:chPref val="0"/>
          <dgm:bulletEnabled val="1"/>
        </dgm:presLayoutVars>
      </dgm:prSet>
      <dgm:spPr/>
    </dgm:pt>
    <dgm:pt modelId="{3C02D451-B0E3-45D9-8C8E-9602662ED4B8}" type="pres">
      <dgm:prSet presAssocID="{BB8F1F4F-C987-4355-9569-6EF202C670EB}" presName="desTx" presStyleLbl="alignAccFollowNode1" presStyleIdx="0" presStyleCnt="1" custScaleY="98664" custLinFactNeighborX="-744" custLinFactNeighborY="2207">
        <dgm:presLayoutVars>
          <dgm:bulletEnabled val="1"/>
        </dgm:presLayoutVars>
      </dgm:prSet>
      <dgm:spPr/>
    </dgm:pt>
  </dgm:ptLst>
  <dgm:cxnLst>
    <dgm:cxn modelId="{06340B07-B52E-44FD-9237-0C24236E2D16}" type="presOf" srcId="{D764E1BA-E35D-46D7-A4FC-C36C23B62195}" destId="{E26D331F-F8D1-4C62-BCA7-7C8F101CFEC7}" srcOrd="0" destOrd="0" presId="urn:microsoft.com/office/officeart/2005/8/layout/hList1"/>
    <dgm:cxn modelId="{3DFEDB30-E984-40DB-82EE-BF94A6DC7EF5}" srcId="{BB8F1F4F-C987-4355-9569-6EF202C670EB}" destId="{76E365A6-7755-4567-93B2-EA2D4EA01EC6}" srcOrd="1" destOrd="0" parTransId="{BBC3098F-BB2B-4F3B-8D4B-E8E2EAF0A856}" sibTransId="{E051EA3C-8161-4CA0-9DEE-79B959341120}"/>
    <dgm:cxn modelId="{7417B53B-69F6-4A4D-B704-3D03A2E12966}" type="presOf" srcId="{95AE5E97-3880-476B-A9E8-CC4952F88B7D}" destId="{3C02D451-B0E3-45D9-8C8E-9602662ED4B8}" srcOrd="0" destOrd="2" presId="urn:microsoft.com/office/officeart/2005/8/layout/hList1"/>
    <dgm:cxn modelId="{F8300A5C-EADD-45DD-86EC-E9B856CB8998}" srcId="{BB8F1F4F-C987-4355-9569-6EF202C670EB}" destId="{95AE5E97-3880-476B-A9E8-CC4952F88B7D}" srcOrd="2" destOrd="0" parTransId="{DA13316E-5F5B-421B-B464-AA0AE85AC032}" sibTransId="{DBE4D452-1BAA-47C8-A194-9E8407BC51F8}"/>
    <dgm:cxn modelId="{D36B9E67-6345-4AD0-9781-D7B5AE649A6D}" type="presOf" srcId="{76E365A6-7755-4567-93B2-EA2D4EA01EC6}" destId="{3C02D451-B0E3-45D9-8C8E-9602662ED4B8}" srcOrd="0" destOrd="1" presId="urn:microsoft.com/office/officeart/2005/8/layout/hList1"/>
    <dgm:cxn modelId="{49C55C52-1631-4139-A4F5-6AEE266BD971}" type="presOf" srcId="{8915D568-9416-4024-BE78-C79665841289}" destId="{3C02D451-B0E3-45D9-8C8E-9602662ED4B8}" srcOrd="0" destOrd="3" presId="urn:microsoft.com/office/officeart/2005/8/layout/hList1"/>
    <dgm:cxn modelId="{2D5D1373-E4AF-4DA7-9EC2-3ADC860438C0}" type="presOf" srcId="{BB8F1F4F-C987-4355-9569-6EF202C670EB}" destId="{481126F8-55A4-4913-833C-07833A4C490D}" srcOrd="0" destOrd="0" presId="urn:microsoft.com/office/officeart/2005/8/layout/hList1"/>
    <dgm:cxn modelId="{2982D879-139C-48B6-B67C-94D28E940A8C}" srcId="{BB8F1F4F-C987-4355-9569-6EF202C670EB}" destId="{01D94A19-8E36-440F-80FB-6AECE3D55331}" srcOrd="4" destOrd="0" parTransId="{EA05A04A-F27B-4843-A834-E3D5A2DA0510}" sibTransId="{C981E750-1D3C-4904-A571-698AA3C148F1}"/>
    <dgm:cxn modelId="{F318D1BE-16C9-4574-9861-D84E2DB8892B}" srcId="{BB8F1F4F-C987-4355-9569-6EF202C670EB}" destId="{8915D568-9416-4024-BE78-C79665841289}" srcOrd="3" destOrd="0" parTransId="{FFE2121A-C600-4495-8D75-FBFFFBB68468}" sibTransId="{5F557B28-B304-438F-9D4A-37A49545F6D1}"/>
    <dgm:cxn modelId="{ABF2A8BF-02D1-4E8E-9A78-1DB5FE082283}" srcId="{BB8F1F4F-C987-4355-9569-6EF202C670EB}" destId="{1DD1F46A-AB2E-47BF-8C2A-7EA3495D7BCF}" srcOrd="0" destOrd="0" parTransId="{46A560A9-4A3E-4B5C-BC19-1B865341CF20}" sibTransId="{A296DA28-A80F-48B7-879A-E0E6FE0BDD12}"/>
    <dgm:cxn modelId="{3E5F82C6-1C13-49E8-875F-C8D4D5BE7A04}" type="presOf" srcId="{01D94A19-8E36-440F-80FB-6AECE3D55331}" destId="{3C02D451-B0E3-45D9-8C8E-9602662ED4B8}" srcOrd="0" destOrd="4" presId="urn:microsoft.com/office/officeart/2005/8/layout/hList1"/>
    <dgm:cxn modelId="{B67967E1-D313-4377-9DAF-8A95BCCB7651}" type="presOf" srcId="{1DD1F46A-AB2E-47BF-8C2A-7EA3495D7BCF}" destId="{3C02D451-B0E3-45D9-8C8E-9602662ED4B8}" srcOrd="0" destOrd="0" presId="urn:microsoft.com/office/officeart/2005/8/layout/hList1"/>
    <dgm:cxn modelId="{B2EA27E2-5B5E-4660-B35B-684B7B98DF2A}" srcId="{D764E1BA-E35D-46D7-A4FC-C36C23B62195}" destId="{BB8F1F4F-C987-4355-9569-6EF202C670EB}" srcOrd="0" destOrd="0" parTransId="{89CB6F13-9B7D-4E02-AE04-31D72233B496}" sibTransId="{77F88178-8BEE-49C1-9794-338C446B7EEC}"/>
    <dgm:cxn modelId="{567815C4-3DBB-4688-A71F-87BDD36E9488}" type="presParOf" srcId="{E26D331F-F8D1-4C62-BCA7-7C8F101CFEC7}" destId="{ED87F24D-4CA6-48E8-9864-2A0CDFCA8222}" srcOrd="0" destOrd="0" presId="urn:microsoft.com/office/officeart/2005/8/layout/hList1"/>
    <dgm:cxn modelId="{5E7316AA-643A-4C05-A04A-78E7B8445FEC}" type="presParOf" srcId="{ED87F24D-4CA6-48E8-9864-2A0CDFCA8222}" destId="{481126F8-55A4-4913-833C-07833A4C490D}" srcOrd="0" destOrd="0" presId="urn:microsoft.com/office/officeart/2005/8/layout/hList1"/>
    <dgm:cxn modelId="{A0A2C36F-02A2-4C16-8B11-D478FD0A60B1}" type="presParOf" srcId="{ED87F24D-4CA6-48E8-9864-2A0CDFCA8222}" destId="{3C02D451-B0E3-45D9-8C8E-9602662ED4B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673577E-4265-41F0-A28D-94C24BF84D3E}" type="doc">
      <dgm:prSet loTypeId="urn:microsoft.com/office/officeart/2005/8/layout/vList2" loCatId="list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159A1BD-F219-4087-BCE9-6CFFE9520E3B}">
      <dgm:prSet/>
      <dgm:spPr/>
      <dgm:t>
        <a:bodyPr/>
        <a:lstStyle/>
        <a:p>
          <a:r>
            <a:rPr lang="fr-FR" dirty="0"/>
            <a:t>(a) V1 </a:t>
          </a:r>
          <a:r>
            <a:rPr lang="fr-FR" dirty="0">
              <a:sym typeface="Wingdings" panose="05000000000000000000" pitchFamily="2" charset="2"/>
            </a:rPr>
            <a:t></a:t>
          </a:r>
          <a:r>
            <a:rPr lang="fr-FR" dirty="0"/>
            <a:t> Sortie = Haute Résolution uniquement</a:t>
          </a:r>
        </a:p>
      </dgm:t>
    </dgm:pt>
    <dgm:pt modelId="{03D48EFF-1F65-4025-BE00-C0A429E2CE66}" type="parTrans" cxnId="{9EB60B2C-B617-4F9B-A213-044E359B072B}">
      <dgm:prSet/>
      <dgm:spPr/>
      <dgm:t>
        <a:bodyPr/>
        <a:lstStyle/>
        <a:p>
          <a:endParaRPr lang="fr-FR"/>
        </a:p>
      </dgm:t>
    </dgm:pt>
    <dgm:pt modelId="{3FEF6EB7-BAE9-4D99-A537-601C1FBF65DD}" type="sibTrans" cxnId="{9EB60B2C-B617-4F9B-A213-044E359B072B}">
      <dgm:prSet/>
      <dgm:spPr/>
      <dgm:t>
        <a:bodyPr/>
        <a:lstStyle/>
        <a:p>
          <a:endParaRPr lang="fr-FR"/>
        </a:p>
      </dgm:t>
    </dgm:pt>
    <dgm:pt modelId="{70606362-8DF0-4F13-AEEA-92837635B0B3}">
      <dgm:prSet/>
      <dgm:spPr/>
      <dgm:t>
        <a:bodyPr/>
        <a:lstStyle/>
        <a:p>
          <a:r>
            <a:rPr lang="fr-FR" dirty="0"/>
            <a:t>(b) V2 </a:t>
          </a:r>
          <a:r>
            <a:rPr lang="fr-FR" dirty="0">
              <a:sym typeface="Wingdings" panose="05000000000000000000" pitchFamily="2" charset="2"/>
            </a:rPr>
            <a:t></a:t>
          </a:r>
          <a:r>
            <a:rPr lang="fr-FR" dirty="0"/>
            <a:t> Sortie = Concaténation des sorties sur-échantillonnées de chaque sous réseaux</a:t>
          </a:r>
        </a:p>
      </dgm:t>
    </dgm:pt>
    <dgm:pt modelId="{A1C2F292-DB59-4920-B671-F853EC42C5D7}" type="parTrans" cxnId="{25922B7D-C8B0-4224-AAAD-D44AC3C7FEF8}">
      <dgm:prSet/>
      <dgm:spPr/>
      <dgm:t>
        <a:bodyPr/>
        <a:lstStyle/>
        <a:p>
          <a:endParaRPr lang="fr-FR"/>
        </a:p>
      </dgm:t>
    </dgm:pt>
    <dgm:pt modelId="{8E61213B-E375-46B0-A6CB-054746933434}" type="sibTrans" cxnId="{25922B7D-C8B0-4224-AAAD-D44AC3C7FEF8}">
      <dgm:prSet/>
      <dgm:spPr/>
      <dgm:t>
        <a:bodyPr/>
        <a:lstStyle/>
        <a:p>
          <a:endParaRPr lang="fr-FR"/>
        </a:p>
      </dgm:t>
    </dgm:pt>
    <dgm:pt modelId="{BB683DBA-E5A8-4C14-A77F-9B42113098BF}" type="pres">
      <dgm:prSet presAssocID="{D673577E-4265-41F0-A28D-94C24BF84D3E}" presName="linear" presStyleCnt="0">
        <dgm:presLayoutVars>
          <dgm:animLvl val="lvl"/>
          <dgm:resizeHandles val="exact"/>
        </dgm:presLayoutVars>
      </dgm:prSet>
      <dgm:spPr/>
    </dgm:pt>
    <dgm:pt modelId="{B665D75E-9B9F-4285-8C3C-84022D5D2387}" type="pres">
      <dgm:prSet presAssocID="{0159A1BD-F219-4087-BCE9-6CFFE9520E3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2C45C6D-2760-4ACD-8A03-565BBF4F5E4F}" type="pres">
      <dgm:prSet presAssocID="{3FEF6EB7-BAE9-4D99-A537-601C1FBF65DD}" presName="spacer" presStyleCnt="0"/>
      <dgm:spPr/>
    </dgm:pt>
    <dgm:pt modelId="{4FB694B4-42AB-4014-A6F6-EDF4C0E6E213}" type="pres">
      <dgm:prSet presAssocID="{70606362-8DF0-4F13-AEEA-92837635B0B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9D4D420-D932-495E-BCC4-F09F4E6C6517}" type="presOf" srcId="{70606362-8DF0-4F13-AEEA-92837635B0B3}" destId="{4FB694B4-42AB-4014-A6F6-EDF4C0E6E213}" srcOrd="0" destOrd="0" presId="urn:microsoft.com/office/officeart/2005/8/layout/vList2"/>
    <dgm:cxn modelId="{9EB60B2C-B617-4F9B-A213-044E359B072B}" srcId="{D673577E-4265-41F0-A28D-94C24BF84D3E}" destId="{0159A1BD-F219-4087-BCE9-6CFFE9520E3B}" srcOrd="0" destOrd="0" parTransId="{03D48EFF-1F65-4025-BE00-C0A429E2CE66}" sibTransId="{3FEF6EB7-BAE9-4D99-A537-601C1FBF65DD}"/>
    <dgm:cxn modelId="{25922B7D-C8B0-4224-AAAD-D44AC3C7FEF8}" srcId="{D673577E-4265-41F0-A28D-94C24BF84D3E}" destId="{70606362-8DF0-4F13-AEEA-92837635B0B3}" srcOrd="1" destOrd="0" parTransId="{A1C2F292-DB59-4920-B671-F853EC42C5D7}" sibTransId="{8E61213B-E375-46B0-A6CB-054746933434}"/>
    <dgm:cxn modelId="{B5029088-609C-4ED7-8879-CFB12AAC3568}" type="presOf" srcId="{0159A1BD-F219-4087-BCE9-6CFFE9520E3B}" destId="{B665D75E-9B9F-4285-8C3C-84022D5D2387}" srcOrd="0" destOrd="0" presId="urn:microsoft.com/office/officeart/2005/8/layout/vList2"/>
    <dgm:cxn modelId="{099C7B9D-E8C9-46FE-B77C-187A10D0C491}" type="presOf" srcId="{D673577E-4265-41F0-A28D-94C24BF84D3E}" destId="{BB683DBA-E5A8-4C14-A77F-9B42113098BF}" srcOrd="0" destOrd="0" presId="urn:microsoft.com/office/officeart/2005/8/layout/vList2"/>
    <dgm:cxn modelId="{EF2EC1AC-A411-47B1-A637-E3C0A8BF6141}" type="presParOf" srcId="{BB683DBA-E5A8-4C14-A77F-9B42113098BF}" destId="{B665D75E-9B9F-4285-8C3C-84022D5D2387}" srcOrd="0" destOrd="0" presId="urn:microsoft.com/office/officeart/2005/8/layout/vList2"/>
    <dgm:cxn modelId="{70C012F0-E92F-4AAB-B83C-D31E712C681E}" type="presParOf" srcId="{BB683DBA-E5A8-4C14-A77F-9B42113098BF}" destId="{42C45C6D-2760-4ACD-8A03-565BBF4F5E4F}" srcOrd="1" destOrd="0" presId="urn:microsoft.com/office/officeart/2005/8/layout/vList2"/>
    <dgm:cxn modelId="{36A31823-72C1-40E3-8AB0-214BD1DF6070}" type="presParOf" srcId="{BB683DBA-E5A8-4C14-A77F-9B42113098BF}" destId="{4FB694B4-42AB-4014-A6F6-EDF4C0E6E21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CFEF4104-F74F-4C59-9AC7-08BD2F349BE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2A33AC3-9826-4596-9073-D8475C020731}">
      <dgm:prSet/>
      <dgm:spPr/>
      <dgm:t>
        <a:bodyPr/>
        <a:lstStyle/>
        <a:p>
          <a:r>
            <a:rPr lang="fr-FR" dirty="0"/>
            <a:t>Comparaison</a:t>
          </a:r>
          <a:endParaRPr lang="fr-F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BF5A5B2-2F10-47E3-A1A1-83F99B75F7CC}" type="parTrans" cxnId="{A46E7EDF-7B1E-4BE3-AE49-43477652DE2F}">
      <dgm:prSet/>
      <dgm:spPr/>
      <dgm:t>
        <a:bodyPr/>
        <a:lstStyle/>
        <a:p>
          <a:endParaRPr lang="fr-FR"/>
        </a:p>
      </dgm:t>
    </dgm:pt>
    <dgm:pt modelId="{264BDC92-BCD2-4070-873D-CDF46F81E07F}" type="sibTrans" cxnId="{A46E7EDF-7B1E-4BE3-AE49-43477652DE2F}">
      <dgm:prSet/>
      <dgm:spPr/>
      <dgm:t>
        <a:bodyPr/>
        <a:lstStyle/>
        <a:p>
          <a:endParaRPr lang="fr-FR"/>
        </a:p>
      </dgm:t>
    </dgm:pt>
    <dgm:pt modelId="{E63910B4-C487-40D8-A1DF-FBC8085D5E73}" type="pres">
      <dgm:prSet presAssocID="{CFEF4104-F74F-4C59-9AC7-08BD2F349BE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E68A37F-F1D6-4FFC-A124-91DA869AC389}" type="pres">
      <dgm:prSet presAssocID="{02A33AC3-9826-4596-9073-D8475C020731}" presName="horFlow" presStyleCnt="0"/>
      <dgm:spPr/>
    </dgm:pt>
    <dgm:pt modelId="{71AC999A-B86C-43B5-B8EC-A725977468C4}" type="pres">
      <dgm:prSet presAssocID="{02A33AC3-9826-4596-9073-D8475C020731}" presName="bigChev" presStyleLbl="node1" presStyleIdx="0" presStyleCnt="1" custScaleX="145445" custLinFactNeighborY="-1065"/>
      <dgm:spPr/>
    </dgm:pt>
  </dgm:ptLst>
  <dgm:cxnLst>
    <dgm:cxn modelId="{227BF6A2-EB0F-492A-BDF4-0AEBE19F3435}" type="presOf" srcId="{02A33AC3-9826-4596-9073-D8475C020731}" destId="{71AC999A-B86C-43B5-B8EC-A725977468C4}" srcOrd="0" destOrd="0" presId="urn:microsoft.com/office/officeart/2005/8/layout/lProcess3"/>
    <dgm:cxn modelId="{9B80BDB0-3848-48B0-B23B-48C34C39C54C}" type="presOf" srcId="{CFEF4104-F74F-4C59-9AC7-08BD2F349BEC}" destId="{E63910B4-C487-40D8-A1DF-FBC8085D5E73}" srcOrd="0" destOrd="0" presId="urn:microsoft.com/office/officeart/2005/8/layout/lProcess3"/>
    <dgm:cxn modelId="{A46E7EDF-7B1E-4BE3-AE49-43477652DE2F}" srcId="{CFEF4104-F74F-4C59-9AC7-08BD2F349BEC}" destId="{02A33AC3-9826-4596-9073-D8475C020731}" srcOrd="0" destOrd="0" parTransId="{7BF5A5B2-2F10-47E3-A1A1-83F99B75F7CC}" sibTransId="{264BDC92-BCD2-4070-873D-CDF46F81E07F}"/>
    <dgm:cxn modelId="{396B839B-2D8D-4E91-AF25-1929A05C84F9}" type="presParOf" srcId="{E63910B4-C487-40D8-A1DF-FBC8085D5E73}" destId="{2E68A37F-F1D6-4FFC-A124-91DA869AC389}" srcOrd="0" destOrd="0" presId="urn:microsoft.com/office/officeart/2005/8/layout/lProcess3"/>
    <dgm:cxn modelId="{5B48528A-36FA-4215-96B7-8343489F9CCD}" type="presParOf" srcId="{2E68A37F-F1D6-4FFC-A124-91DA869AC389}" destId="{71AC999A-B86C-43B5-B8EC-A725977468C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F9BBDC3-A303-4CFA-97EE-52685B246660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B174EBC-602F-43C6-9180-A27BC4E5C07A}">
      <dgm:prSet custT="1"/>
      <dgm:spPr/>
      <dgm:t>
        <a:bodyPr/>
        <a:lstStyle/>
        <a:p>
          <a:r>
            <a:rPr lang="fr-FR" sz="3200" b="1" dirty="0">
              <a:solidFill>
                <a:schemeClr val="tx1"/>
              </a:solidFill>
              <a:effectLst/>
            </a:rPr>
            <a:t>POC </a:t>
          </a:r>
          <a:r>
            <a:rPr lang="fr-FR" sz="3200" b="1" dirty="0">
              <a:effectLst/>
            </a:rPr>
            <a:t>: </a:t>
          </a:r>
          <a:r>
            <a:rPr lang="fr-FR" sz="3200" b="1" dirty="0">
              <a:solidFill>
                <a:schemeClr val="accent2"/>
              </a:solidFill>
              <a:effectLst/>
            </a:rPr>
            <a:t>RÉSULTATS</a:t>
          </a:r>
        </a:p>
      </dgm:t>
    </dgm:pt>
    <dgm:pt modelId="{186C6CA6-0C1C-45A8-9635-AA1DBADF7C6A}" type="sibTrans" cxnId="{75B4322E-61EB-461E-80C8-568369B0EC1E}">
      <dgm:prSet/>
      <dgm:spPr/>
      <dgm:t>
        <a:bodyPr/>
        <a:lstStyle/>
        <a:p>
          <a:endParaRPr lang="fr-FR"/>
        </a:p>
      </dgm:t>
    </dgm:pt>
    <dgm:pt modelId="{D90C42F9-A4E7-459A-9B28-F46CC99505AC}" type="parTrans" cxnId="{75B4322E-61EB-461E-80C8-568369B0EC1E}">
      <dgm:prSet/>
      <dgm:spPr/>
      <dgm:t>
        <a:bodyPr/>
        <a:lstStyle/>
        <a:p>
          <a:endParaRPr lang="fr-FR"/>
        </a:p>
      </dgm:t>
    </dgm:pt>
    <dgm:pt modelId="{BEA96592-CA4C-4FA1-B98A-91C78A1F216E}" type="pres">
      <dgm:prSet presAssocID="{DF9BBDC3-A303-4CFA-97EE-52685B24666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9763A646-1CA6-4A3C-AA8E-0F20250E317A}" type="pres">
      <dgm:prSet presAssocID="{1B174EBC-602F-43C6-9180-A27BC4E5C07A}" presName="circle1" presStyleLbl="node1" presStyleIdx="0" presStyleCnt="1"/>
      <dgm:spPr/>
    </dgm:pt>
    <dgm:pt modelId="{3CAAFDC0-AD06-4383-9047-1908806DF1EC}" type="pres">
      <dgm:prSet presAssocID="{1B174EBC-602F-43C6-9180-A27BC4E5C07A}" presName="space" presStyleCnt="0"/>
      <dgm:spPr/>
    </dgm:pt>
    <dgm:pt modelId="{61C3D6CC-4B09-4C87-BA77-781F5518E66A}" type="pres">
      <dgm:prSet presAssocID="{1B174EBC-602F-43C6-9180-A27BC4E5C07A}" presName="rect1" presStyleLbl="alignAcc1" presStyleIdx="0" presStyleCnt="1" custLinFactNeighborY="1297"/>
      <dgm:spPr/>
    </dgm:pt>
    <dgm:pt modelId="{004B1B41-2516-47BD-990D-3FBA52735695}" type="pres">
      <dgm:prSet presAssocID="{1B174EBC-602F-43C6-9180-A27BC4E5C07A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75B4322E-61EB-461E-80C8-568369B0EC1E}" srcId="{DF9BBDC3-A303-4CFA-97EE-52685B246660}" destId="{1B174EBC-602F-43C6-9180-A27BC4E5C07A}" srcOrd="0" destOrd="0" parTransId="{D90C42F9-A4E7-459A-9B28-F46CC99505AC}" sibTransId="{186C6CA6-0C1C-45A8-9635-AA1DBADF7C6A}"/>
    <dgm:cxn modelId="{FFB6E42E-6033-4ABE-AC42-3B421F7C7F62}" type="presOf" srcId="{DF9BBDC3-A303-4CFA-97EE-52685B246660}" destId="{BEA96592-CA4C-4FA1-B98A-91C78A1F216E}" srcOrd="0" destOrd="0" presId="urn:microsoft.com/office/officeart/2005/8/layout/target3"/>
    <dgm:cxn modelId="{BBB26196-1221-4B99-80A4-8D276B3A86D5}" type="presOf" srcId="{1B174EBC-602F-43C6-9180-A27BC4E5C07A}" destId="{004B1B41-2516-47BD-990D-3FBA52735695}" srcOrd="1" destOrd="0" presId="urn:microsoft.com/office/officeart/2005/8/layout/target3"/>
    <dgm:cxn modelId="{BFB4A9A8-6197-47AF-A527-6B6589A6F7E9}" type="presOf" srcId="{1B174EBC-602F-43C6-9180-A27BC4E5C07A}" destId="{61C3D6CC-4B09-4C87-BA77-781F5518E66A}" srcOrd="0" destOrd="0" presId="urn:microsoft.com/office/officeart/2005/8/layout/target3"/>
    <dgm:cxn modelId="{D3AF56A3-418A-408B-83A3-4415A3ACE950}" type="presParOf" srcId="{BEA96592-CA4C-4FA1-B98A-91C78A1F216E}" destId="{9763A646-1CA6-4A3C-AA8E-0F20250E317A}" srcOrd="0" destOrd="0" presId="urn:microsoft.com/office/officeart/2005/8/layout/target3"/>
    <dgm:cxn modelId="{D7D0889F-9D73-4789-A3A0-5936072644F2}" type="presParOf" srcId="{BEA96592-CA4C-4FA1-B98A-91C78A1F216E}" destId="{3CAAFDC0-AD06-4383-9047-1908806DF1EC}" srcOrd="1" destOrd="0" presId="urn:microsoft.com/office/officeart/2005/8/layout/target3"/>
    <dgm:cxn modelId="{A039530B-90A0-4191-A1EB-3AE2714CA378}" type="presParOf" srcId="{BEA96592-CA4C-4FA1-B98A-91C78A1F216E}" destId="{61C3D6CC-4B09-4C87-BA77-781F5518E66A}" srcOrd="2" destOrd="0" presId="urn:microsoft.com/office/officeart/2005/8/layout/target3"/>
    <dgm:cxn modelId="{43885D3F-D8D2-46D6-A74E-BBC9C8E6A5C0}" type="presParOf" srcId="{BEA96592-CA4C-4FA1-B98A-91C78A1F216E}" destId="{004B1B41-2516-47BD-990D-3FBA52735695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C2522FD0-22E1-42D9-A18E-70CEEDFDCAE6}" type="doc">
      <dgm:prSet loTypeId="urn:microsoft.com/office/officeart/2005/8/layout/hList1" loCatId="list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3E0B3F8-5C81-4027-A865-9D0F3861BC14}">
      <dgm:prSet custT="1"/>
      <dgm:spPr/>
      <dgm:t>
        <a:bodyPr/>
        <a:lstStyle/>
        <a:p>
          <a:r>
            <a:rPr lang="fr-FR" sz="2500" dirty="0">
              <a:solidFill>
                <a:schemeClr val="bg1"/>
              </a:solidFill>
            </a:rPr>
            <a:t>RÉSULTATS ET INTERPRÉTATIONS</a:t>
          </a:r>
          <a:r>
            <a:rPr lang="fr-FR" sz="2500" dirty="0"/>
            <a:t> </a:t>
          </a:r>
        </a:p>
      </dgm:t>
    </dgm:pt>
    <dgm:pt modelId="{FFF791C5-E152-47FF-8833-8AF067AF0ECB}" type="parTrans" cxnId="{57A42FC6-AB22-4D15-9EB4-56D252804E78}">
      <dgm:prSet/>
      <dgm:spPr/>
      <dgm:t>
        <a:bodyPr/>
        <a:lstStyle/>
        <a:p>
          <a:endParaRPr lang="fr-FR"/>
        </a:p>
      </dgm:t>
    </dgm:pt>
    <dgm:pt modelId="{194CD878-5768-4C30-AFD4-7B3F596C721F}" type="sibTrans" cxnId="{57A42FC6-AB22-4D15-9EB4-56D252804E78}">
      <dgm:prSet/>
      <dgm:spPr/>
      <dgm:t>
        <a:bodyPr/>
        <a:lstStyle/>
        <a:p>
          <a:endParaRPr lang="fr-FR"/>
        </a:p>
      </dgm:t>
    </dgm:pt>
    <dgm:pt modelId="{C83CFC80-B273-4956-BDFD-50A1A02C27BD}">
      <dgm:prSet custT="1"/>
      <dgm:spPr/>
      <dgm:t>
        <a:bodyPr/>
        <a:lstStyle/>
        <a:p>
          <a:r>
            <a:rPr lang="fr-FR" sz="2100" b="0" dirty="0"/>
            <a:t>Meilleur score: HRNet</a:t>
          </a:r>
        </a:p>
      </dgm:t>
    </dgm:pt>
    <dgm:pt modelId="{44633A65-8AEC-460D-AFB6-9CA9904E5739}" type="parTrans" cxnId="{A446D2F9-EE51-4EEE-949A-AEB5403BE5A1}">
      <dgm:prSet/>
      <dgm:spPr/>
      <dgm:t>
        <a:bodyPr/>
        <a:lstStyle/>
        <a:p>
          <a:endParaRPr lang="fr-FR"/>
        </a:p>
      </dgm:t>
    </dgm:pt>
    <dgm:pt modelId="{B0D46B4F-D7F7-4300-A570-AF0ACFE5F18A}" type="sibTrans" cxnId="{A446D2F9-EE51-4EEE-949A-AEB5403BE5A1}">
      <dgm:prSet/>
      <dgm:spPr/>
      <dgm:t>
        <a:bodyPr/>
        <a:lstStyle/>
        <a:p>
          <a:endParaRPr lang="fr-FR"/>
        </a:p>
      </dgm:t>
    </dgm:pt>
    <dgm:pt modelId="{F2CD246A-45B3-45C7-8B73-E284790DB533}">
      <dgm:prSet custT="1"/>
      <dgm:spPr/>
      <dgm:t>
        <a:bodyPr/>
        <a:lstStyle/>
        <a:p>
          <a:r>
            <a:rPr lang="en-US" sz="2100" b="0" dirty="0" err="1"/>
            <a:t>Rapidité</a:t>
          </a:r>
          <a:r>
            <a:rPr lang="en-US" sz="2100" b="0" dirty="0"/>
            <a:t>: </a:t>
          </a:r>
          <a:r>
            <a:rPr lang="en-US" sz="2100" b="0" dirty="0" err="1"/>
            <a:t>UNet</a:t>
          </a:r>
          <a:endParaRPr lang="fr-FR" sz="2100" b="0" dirty="0"/>
        </a:p>
      </dgm:t>
    </dgm:pt>
    <dgm:pt modelId="{EAFE25F3-B8C2-4B5E-ABF8-C304A4444435}" type="parTrans" cxnId="{30FD442E-0DE5-4EF4-A3B9-23E05D2F9A15}">
      <dgm:prSet/>
      <dgm:spPr/>
      <dgm:t>
        <a:bodyPr/>
        <a:lstStyle/>
        <a:p>
          <a:endParaRPr lang="fr-FR"/>
        </a:p>
      </dgm:t>
    </dgm:pt>
    <dgm:pt modelId="{9FE45992-39BE-4920-94B3-1A1398495401}" type="sibTrans" cxnId="{30FD442E-0DE5-4EF4-A3B9-23E05D2F9A15}">
      <dgm:prSet/>
      <dgm:spPr/>
      <dgm:t>
        <a:bodyPr/>
        <a:lstStyle/>
        <a:p>
          <a:endParaRPr lang="fr-FR"/>
        </a:p>
      </dgm:t>
    </dgm:pt>
    <dgm:pt modelId="{BA589F44-9BE1-4C81-9A99-3C13BF5F2EB0}">
      <dgm:prSet custT="1"/>
      <dgm:spPr/>
      <dgm:t>
        <a:bodyPr/>
        <a:lstStyle/>
        <a:p>
          <a:r>
            <a:rPr lang="fr-FR" sz="2100" b="0" dirty="0"/>
            <a:t>Résultats absolus (</a:t>
          </a:r>
          <a:r>
            <a:rPr lang="fr-FR" sz="2100" b="0" dirty="0" err="1"/>
            <a:t>cf</a:t>
          </a:r>
          <a:r>
            <a:rPr lang="fr-FR" sz="2100" b="0" dirty="0"/>
            <a:t> Annexe)</a:t>
          </a:r>
        </a:p>
      </dgm:t>
    </dgm:pt>
    <dgm:pt modelId="{C7EC2A33-5FD4-433B-8356-0BDA856F34F2}" type="parTrans" cxnId="{844D6EBF-1AE2-4D76-A8EF-80C2F602421C}">
      <dgm:prSet/>
      <dgm:spPr/>
      <dgm:t>
        <a:bodyPr/>
        <a:lstStyle/>
        <a:p>
          <a:endParaRPr lang="fr-FR"/>
        </a:p>
      </dgm:t>
    </dgm:pt>
    <dgm:pt modelId="{96805708-F8B2-4C06-ADB5-2B4C4A729B06}" type="sibTrans" cxnId="{844D6EBF-1AE2-4D76-A8EF-80C2F602421C}">
      <dgm:prSet/>
      <dgm:spPr/>
      <dgm:t>
        <a:bodyPr/>
        <a:lstStyle/>
        <a:p>
          <a:endParaRPr lang="fr-FR"/>
        </a:p>
      </dgm:t>
    </dgm:pt>
    <dgm:pt modelId="{A718C99D-9502-4BFE-8A9C-030077CB35AF}">
      <dgm:prSet custT="1"/>
      <dgm:spPr/>
      <dgm:t>
        <a:bodyPr/>
        <a:lstStyle/>
        <a:p>
          <a:r>
            <a:rPr lang="fr-FR" sz="2100" b="0" dirty="0"/>
            <a:t>Résultats relatifs</a:t>
          </a:r>
        </a:p>
      </dgm:t>
    </dgm:pt>
    <dgm:pt modelId="{19CB7552-C410-4577-BD4D-0C1271FEB10C}" type="parTrans" cxnId="{3E4BEE5C-58AB-4687-B8A3-EC117C6E8FF5}">
      <dgm:prSet/>
      <dgm:spPr/>
      <dgm:t>
        <a:bodyPr/>
        <a:lstStyle/>
        <a:p>
          <a:endParaRPr lang="fr-FR"/>
        </a:p>
      </dgm:t>
    </dgm:pt>
    <dgm:pt modelId="{3AA897DF-2E4D-479B-8DB0-5759FB465F66}" type="sibTrans" cxnId="{3E4BEE5C-58AB-4687-B8A3-EC117C6E8FF5}">
      <dgm:prSet/>
      <dgm:spPr/>
      <dgm:t>
        <a:bodyPr/>
        <a:lstStyle/>
        <a:p>
          <a:endParaRPr lang="fr-FR"/>
        </a:p>
      </dgm:t>
    </dgm:pt>
    <dgm:pt modelId="{F6DC5046-255E-4F4E-A5E9-C7A8E867C308}" type="pres">
      <dgm:prSet presAssocID="{C2522FD0-22E1-42D9-A18E-70CEEDFDCAE6}" presName="Name0" presStyleCnt="0">
        <dgm:presLayoutVars>
          <dgm:dir/>
          <dgm:animLvl val="lvl"/>
          <dgm:resizeHandles val="exact"/>
        </dgm:presLayoutVars>
      </dgm:prSet>
      <dgm:spPr/>
    </dgm:pt>
    <dgm:pt modelId="{AEB899E0-A73B-49B7-9E9D-5D3C311EF21D}" type="pres">
      <dgm:prSet presAssocID="{03E0B3F8-5C81-4027-A865-9D0F3861BC14}" presName="composite" presStyleCnt="0"/>
      <dgm:spPr/>
    </dgm:pt>
    <dgm:pt modelId="{470665ED-1AF1-4B5D-A761-46B043525F2E}" type="pres">
      <dgm:prSet presAssocID="{03E0B3F8-5C81-4027-A865-9D0F3861BC14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6A568C30-FCAF-49EB-9A70-EA0E690F0734}" type="pres">
      <dgm:prSet presAssocID="{03E0B3F8-5C81-4027-A865-9D0F3861BC14}" presName="desTx" presStyleLbl="alignAccFollowNode1" presStyleIdx="0" presStyleCnt="1" custLinFactNeighborX="1440">
        <dgm:presLayoutVars>
          <dgm:bulletEnabled val="1"/>
        </dgm:presLayoutVars>
      </dgm:prSet>
      <dgm:spPr/>
    </dgm:pt>
  </dgm:ptLst>
  <dgm:cxnLst>
    <dgm:cxn modelId="{E824100D-C0B7-4253-A058-0B6F6C07E654}" type="presOf" srcId="{A718C99D-9502-4BFE-8A9C-030077CB35AF}" destId="{6A568C30-FCAF-49EB-9A70-EA0E690F0734}" srcOrd="0" destOrd="1" presId="urn:microsoft.com/office/officeart/2005/8/layout/hList1"/>
    <dgm:cxn modelId="{30FD442E-0DE5-4EF4-A3B9-23E05D2F9A15}" srcId="{03E0B3F8-5C81-4027-A865-9D0F3861BC14}" destId="{F2CD246A-45B3-45C7-8B73-E284790DB533}" srcOrd="3" destOrd="0" parTransId="{EAFE25F3-B8C2-4B5E-ABF8-C304A4444435}" sibTransId="{9FE45992-39BE-4920-94B3-1A1398495401}"/>
    <dgm:cxn modelId="{3E4BEE5C-58AB-4687-B8A3-EC117C6E8FF5}" srcId="{03E0B3F8-5C81-4027-A865-9D0F3861BC14}" destId="{A718C99D-9502-4BFE-8A9C-030077CB35AF}" srcOrd="1" destOrd="0" parTransId="{19CB7552-C410-4577-BD4D-0C1271FEB10C}" sibTransId="{3AA897DF-2E4D-479B-8DB0-5759FB465F66}"/>
    <dgm:cxn modelId="{ED09B841-16B4-4073-8A8F-453661340B79}" type="presOf" srcId="{BA589F44-9BE1-4C81-9A99-3C13BF5F2EB0}" destId="{6A568C30-FCAF-49EB-9A70-EA0E690F0734}" srcOrd="0" destOrd="0" presId="urn:microsoft.com/office/officeart/2005/8/layout/hList1"/>
    <dgm:cxn modelId="{B86ACE49-9F05-475D-B2AA-DF66A9243DBE}" type="presOf" srcId="{03E0B3F8-5C81-4027-A865-9D0F3861BC14}" destId="{470665ED-1AF1-4B5D-A761-46B043525F2E}" srcOrd="0" destOrd="0" presId="urn:microsoft.com/office/officeart/2005/8/layout/hList1"/>
    <dgm:cxn modelId="{29E06E4B-BBBE-4C05-AE0A-B54D098B5188}" type="presOf" srcId="{C83CFC80-B273-4956-BDFD-50A1A02C27BD}" destId="{6A568C30-FCAF-49EB-9A70-EA0E690F0734}" srcOrd="0" destOrd="2" presId="urn:microsoft.com/office/officeart/2005/8/layout/hList1"/>
    <dgm:cxn modelId="{BFB1BEA0-39B7-4420-9760-996BF3079943}" type="presOf" srcId="{F2CD246A-45B3-45C7-8B73-E284790DB533}" destId="{6A568C30-FCAF-49EB-9A70-EA0E690F0734}" srcOrd="0" destOrd="3" presId="urn:microsoft.com/office/officeart/2005/8/layout/hList1"/>
    <dgm:cxn modelId="{844D6EBF-1AE2-4D76-A8EF-80C2F602421C}" srcId="{03E0B3F8-5C81-4027-A865-9D0F3861BC14}" destId="{BA589F44-9BE1-4C81-9A99-3C13BF5F2EB0}" srcOrd="0" destOrd="0" parTransId="{C7EC2A33-5FD4-433B-8356-0BDA856F34F2}" sibTransId="{96805708-F8B2-4C06-ADB5-2B4C4A729B06}"/>
    <dgm:cxn modelId="{57A42FC6-AB22-4D15-9EB4-56D252804E78}" srcId="{C2522FD0-22E1-42D9-A18E-70CEEDFDCAE6}" destId="{03E0B3F8-5C81-4027-A865-9D0F3861BC14}" srcOrd="0" destOrd="0" parTransId="{FFF791C5-E152-47FF-8833-8AF067AF0ECB}" sibTransId="{194CD878-5768-4C30-AFD4-7B3F596C721F}"/>
    <dgm:cxn modelId="{A5612DD6-1952-4ADB-A147-A600920A8854}" type="presOf" srcId="{C2522FD0-22E1-42D9-A18E-70CEEDFDCAE6}" destId="{F6DC5046-255E-4F4E-A5E9-C7A8E867C308}" srcOrd="0" destOrd="0" presId="urn:microsoft.com/office/officeart/2005/8/layout/hList1"/>
    <dgm:cxn modelId="{A446D2F9-EE51-4EEE-949A-AEB5403BE5A1}" srcId="{03E0B3F8-5C81-4027-A865-9D0F3861BC14}" destId="{C83CFC80-B273-4956-BDFD-50A1A02C27BD}" srcOrd="2" destOrd="0" parTransId="{44633A65-8AEC-460D-AFB6-9CA9904E5739}" sibTransId="{B0D46B4F-D7F7-4300-A570-AF0ACFE5F18A}"/>
    <dgm:cxn modelId="{6C1F921F-0949-49A4-AB62-C2BC5D0AB4CA}" type="presParOf" srcId="{F6DC5046-255E-4F4E-A5E9-C7A8E867C308}" destId="{AEB899E0-A73B-49B7-9E9D-5D3C311EF21D}" srcOrd="0" destOrd="0" presId="urn:microsoft.com/office/officeart/2005/8/layout/hList1"/>
    <dgm:cxn modelId="{38331CAC-D11A-4D92-A827-84DF397A5ADA}" type="presParOf" srcId="{AEB899E0-A73B-49B7-9E9D-5D3C311EF21D}" destId="{470665ED-1AF1-4B5D-A761-46B043525F2E}" srcOrd="0" destOrd="0" presId="urn:microsoft.com/office/officeart/2005/8/layout/hList1"/>
    <dgm:cxn modelId="{2CCA5DE2-D9F7-431C-A566-F19B47B2B9C6}" type="presParOf" srcId="{AEB899E0-A73B-49B7-9E9D-5D3C311EF21D}" destId="{6A568C30-FCAF-49EB-9A70-EA0E690F073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CFEF4104-F74F-4C59-9AC7-08BD2F349BE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2A33AC3-9826-4596-9073-D8475C020731}">
      <dgm:prSet/>
      <dgm:spPr/>
      <dgm:t>
        <a:bodyPr/>
        <a:lstStyle/>
        <a:p>
          <a:r>
            <a: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Déploiement</a:t>
          </a:r>
        </a:p>
      </dgm:t>
    </dgm:pt>
    <dgm:pt modelId="{7BF5A5B2-2F10-47E3-A1A1-83F99B75F7CC}" type="parTrans" cxnId="{A46E7EDF-7B1E-4BE3-AE49-43477652DE2F}">
      <dgm:prSet/>
      <dgm:spPr/>
      <dgm:t>
        <a:bodyPr/>
        <a:lstStyle/>
        <a:p>
          <a:endParaRPr lang="fr-FR"/>
        </a:p>
      </dgm:t>
    </dgm:pt>
    <dgm:pt modelId="{264BDC92-BCD2-4070-873D-CDF46F81E07F}" type="sibTrans" cxnId="{A46E7EDF-7B1E-4BE3-AE49-43477652DE2F}">
      <dgm:prSet/>
      <dgm:spPr/>
      <dgm:t>
        <a:bodyPr/>
        <a:lstStyle/>
        <a:p>
          <a:endParaRPr lang="fr-FR"/>
        </a:p>
      </dgm:t>
    </dgm:pt>
    <dgm:pt modelId="{E63910B4-C487-40D8-A1DF-FBC8085D5E73}" type="pres">
      <dgm:prSet presAssocID="{CFEF4104-F74F-4C59-9AC7-08BD2F349BE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E68A37F-F1D6-4FFC-A124-91DA869AC389}" type="pres">
      <dgm:prSet presAssocID="{02A33AC3-9826-4596-9073-D8475C020731}" presName="horFlow" presStyleCnt="0"/>
      <dgm:spPr/>
    </dgm:pt>
    <dgm:pt modelId="{71AC999A-B86C-43B5-B8EC-A725977468C4}" type="pres">
      <dgm:prSet presAssocID="{02A33AC3-9826-4596-9073-D8475C020731}" presName="bigChev" presStyleLbl="node1" presStyleIdx="0" presStyleCnt="1" custScaleX="145445" custLinFactNeighborY="-1065"/>
      <dgm:spPr/>
    </dgm:pt>
  </dgm:ptLst>
  <dgm:cxnLst>
    <dgm:cxn modelId="{227BF6A2-EB0F-492A-BDF4-0AEBE19F3435}" type="presOf" srcId="{02A33AC3-9826-4596-9073-D8475C020731}" destId="{71AC999A-B86C-43B5-B8EC-A725977468C4}" srcOrd="0" destOrd="0" presId="urn:microsoft.com/office/officeart/2005/8/layout/lProcess3"/>
    <dgm:cxn modelId="{9B80BDB0-3848-48B0-B23B-48C34C39C54C}" type="presOf" srcId="{CFEF4104-F74F-4C59-9AC7-08BD2F349BEC}" destId="{E63910B4-C487-40D8-A1DF-FBC8085D5E73}" srcOrd="0" destOrd="0" presId="urn:microsoft.com/office/officeart/2005/8/layout/lProcess3"/>
    <dgm:cxn modelId="{A46E7EDF-7B1E-4BE3-AE49-43477652DE2F}" srcId="{CFEF4104-F74F-4C59-9AC7-08BD2F349BEC}" destId="{02A33AC3-9826-4596-9073-D8475C020731}" srcOrd="0" destOrd="0" parTransId="{7BF5A5B2-2F10-47E3-A1A1-83F99B75F7CC}" sibTransId="{264BDC92-BCD2-4070-873D-CDF46F81E07F}"/>
    <dgm:cxn modelId="{396B839B-2D8D-4E91-AF25-1929A05C84F9}" type="presParOf" srcId="{E63910B4-C487-40D8-A1DF-FBC8085D5E73}" destId="{2E68A37F-F1D6-4FFC-A124-91DA869AC389}" srcOrd="0" destOrd="0" presId="urn:microsoft.com/office/officeart/2005/8/layout/lProcess3"/>
    <dgm:cxn modelId="{5B48528A-36FA-4215-96B7-8343489F9CCD}" type="presParOf" srcId="{2E68A37F-F1D6-4FFC-A124-91DA869AC389}" destId="{71AC999A-B86C-43B5-B8EC-A725977468C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DF9BBDC3-A303-4CFA-97EE-52685B246660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B174EBC-602F-43C6-9180-A27BC4E5C07A}">
      <dgm:prSet custT="1"/>
      <dgm:spPr/>
      <dgm:t>
        <a:bodyPr/>
        <a:lstStyle/>
        <a:p>
          <a:r>
            <a:rPr lang="fr-FR" sz="3200" b="1" dirty="0">
              <a:solidFill>
                <a:schemeClr val="tx1"/>
              </a:solidFill>
              <a:effectLst/>
            </a:rPr>
            <a:t>DASHBOARD</a:t>
          </a:r>
          <a:r>
            <a:rPr lang="fr-FR" sz="3200" b="1" dirty="0">
              <a:effectLst/>
            </a:rPr>
            <a:t> : </a:t>
          </a:r>
          <a:r>
            <a:rPr lang="fr-FR" sz="3200" b="1" dirty="0">
              <a:solidFill>
                <a:schemeClr val="accent2"/>
              </a:solidFill>
              <a:effectLst/>
            </a:rPr>
            <a:t>DONNÉES + POC</a:t>
          </a:r>
        </a:p>
      </dgm:t>
    </dgm:pt>
    <dgm:pt modelId="{186C6CA6-0C1C-45A8-9635-AA1DBADF7C6A}" type="sibTrans" cxnId="{75B4322E-61EB-461E-80C8-568369B0EC1E}">
      <dgm:prSet/>
      <dgm:spPr/>
      <dgm:t>
        <a:bodyPr/>
        <a:lstStyle/>
        <a:p>
          <a:endParaRPr lang="fr-FR"/>
        </a:p>
      </dgm:t>
    </dgm:pt>
    <dgm:pt modelId="{D90C42F9-A4E7-459A-9B28-F46CC99505AC}" type="parTrans" cxnId="{75B4322E-61EB-461E-80C8-568369B0EC1E}">
      <dgm:prSet/>
      <dgm:spPr/>
      <dgm:t>
        <a:bodyPr/>
        <a:lstStyle/>
        <a:p>
          <a:endParaRPr lang="fr-FR"/>
        </a:p>
      </dgm:t>
    </dgm:pt>
    <dgm:pt modelId="{BEA96592-CA4C-4FA1-B98A-91C78A1F216E}" type="pres">
      <dgm:prSet presAssocID="{DF9BBDC3-A303-4CFA-97EE-52685B24666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9763A646-1CA6-4A3C-AA8E-0F20250E317A}" type="pres">
      <dgm:prSet presAssocID="{1B174EBC-602F-43C6-9180-A27BC4E5C07A}" presName="circle1" presStyleLbl="node1" presStyleIdx="0" presStyleCnt="1"/>
      <dgm:spPr/>
    </dgm:pt>
    <dgm:pt modelId="{3CAAFDC0-AD06-4383-9047-1908806DF1EC}" type="pres">
      <dgm:prSet presAssocID="{1B174EBC-602F-43C6-9180-A27BC4E5C07A}" presName="space" presStyleCnt="0"/>
      <dgm:spPr/>
    </dgm:pt>
    <dgm:pt modelId="{61C3D6CC-4B09-4C87-BA77-781F5518E66A}" type="pres">
      <dgm:prSet presAssocID="{1B174EBC-602F-43C6-9180-A27BC4E5C07A}" presName="rect1" presStyleLbl="alignAcc1" presStyleIdx="0" presStyleCnt="1" custLinFactNeighborY="1297"/>
      <dgm:spPr/>
    </dgm:pt>
    <dgm:pt modelId="{004B1B41-2516-47BD-990D-3FBA52735695}" type="pres">
      <dgm:prSet presAssocID="{1B174EBC-602F-43C6-9180-A27BC4E5C07A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75B4322E-61EB-461E-80C8-568369B0EC1E}" srcId="{DF9BBDC3-A303-4CFA-97EE-52685B246660}" destId="{1B174EBC-602F-43C6-9180-A27BC4E5C07A}" srcOrd="0" destOrd="0" parTransId="{D90C42F9-A4E7-459A-9B28-F46CC99505AC}" sibTransId="{186C6CA6-0C1C-45A8-9635-AA1DBADF7C6A}"/>
    <dgm:cxn modelId="{FFB6E42E-6033-4ABE-AC42-3B421F7C7F62}" type="presOf" srcId="{DF9BBDC3-A303-4CFA-97EE-52685B246660}" destId="{BEA96592-CA4C-4FA1-B98A-91C78A1F216E}" srcOrd="0" destOrd="0" presId="urn:microsoft.com/office/officeart/2005/8/layout/target3"/>
    <dgm:cxn modelId="{BBB26196-1221-4B99-80A4-8D276B3A86D5}" type="presOf" srcId="{1B174EBC-602F-43C6-9180-A27BC4E5C07A}" destId="{004B1B41-2516-47BD-990D-3FBA52735695}" srcOrd="1" destOrd="0" presId="urn:microsoft.com/office/officeart/2005/8/layout/target3"/>
    <dgm:cxn modelId="{BFB4A9A8-6197-47AF-A527-6B6589A6F7E9}" type="presOf" srcId="{1B174EBC-602F-43C6-9180-A27BC4E5C07A}" destId="{61C3D6CC-4B09-4C87-BA77-781F5518E66A}" srcOrd="0" destOrd="0" presId="urn:microsoft.com/office/officeart/2005/8/layout/target3"/>
    <dgm:cxn modelId="{D3AF56A3-418A-408B-83A3-4415A3ACE950}" type="presParOf" srcId="{BEA96592-CA4C-4FA1-B98A-91C78A1F216E}" destId="{9763A646-1CA6-4A3C-AA8E-0F20250E317A}" srcOrd="0" destOrd="0" presId="urn:microsoft.com/office/officeart/2005/8/layout/target3"/>
    <dgm:cxn modelId="{D7D0889F-9D73-4789-A3A0-5936072644F2}" type="presParOf" srcId="{BEA96592-CA4C-4FA1-B98A-91C78A1F216E}" destId="{3CAAFDC0-AD06-4383-9047-1908806DF1EC}" srcOrd="1" destOrd="0" presId="urn:microsoft.com/office/officeart/2005/8/layout/target3"/>
    <dgm:cxn modelId="{A039530B-90A0-4191-A1EB-3AE2714CA378}" type="presParOf" srcId="{BEA96592-CA4C-4FA1-B98A-91C78A1F216E}" destId="{61C3D6CC-4B09-4C87-BA77-781F5518E66A}" srcOrd="2" destOrd="0" presId="urn:microsoft.com/office/officeart/2005/8/layout/target3"/>
    <dgm:cxn modelId="{43885D3F-D8D2-46D6-A74E-BBC9C8E6A5C0}" type="presParOf" srcId="{BEA96592-CA4C-4FA1-B98A-91C78A1F216E}" destId="{004B1B41-2516-47BD-990D-3FBA52735695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CFEF4104-F74F-4C59-9AC7-08BD2F349BE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898132D-1CF6-4D3C-A181-0B8D11DDFEAF}">
      <dgm:prSet/>
      <dgm:spPr/>
      <dgm:t>
        <a:bodyPr/>
        <a:lstStyle/>
        <a:p>
          <a:r>
            <a: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Synthèse</a:t>
          </a:r>
        </a:p>
      </dgm:t>
    </dgm:pt>
    <dgm:pt modelId="{5A5F8666-B8C9-4CE3-91D1-07DC12D2EA4E}" type="parTrans" cxnId="{DD6855D3-A9E0-4B74-BADC-5E6BCBDAA66B}">
      <dgm:prSet/>
      <dgm:spPr/>
      <dgm:t>
        <a:bodyPr/>
        <a:lstStyle/>
        <a:p>
          <a:endParaRPr lang="fr-FR"/>
        </a:p>
      </dgm:t>
    </dgm:pt>
    <dgm:pt modelId="{9ED7747D-4E9B-4039-AD7A-9068DABAFA06}" type="sibTrans" cxnId="{DD6855D3-A9E0-4B74-BADC-5E6BCBDAA66B}">
      <dgm:prSet/>
      <dgm:spPr/>
      <dgm:t>
        <a:bodyPr/>
        <a:lstStyle/>
        <a:p>
          <a:endParaRPr lang="fr-FR"/>
        </a:p>
      </dgm:t>
    </dgm:pt>
    <dgm:pt modelId="{E63910B4-C487-40D8-A1DF-FBC8085D5E73}" type="pres">
      <dgm:prSet presAssocID="{CFEF4104-F74F-4C59-9AC7-08BD2F349BE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0451D93B-2565-4F90-AB8A-4CBDDD7D990C}" type="pres">
      <dgm:prSet presAssocID="{E898132D-1CF6-4D3C-A181-0B8D11DDFEAF}" presName="horFlow" presStyleCnt="0"/>
      <dgm:spPr/>
    </dgm:pt>
    <dgm:pt modelId="{89029BE8-E39D-4815-919A-EFB22C4879A5}" type="pres">
      <dgm:prSet presAssocID="{E898132D-1CF6-4D3C-A181-0B8D11DDFEAF}" presName="bigChev" presStyleLbl="node1" presStyleIdx="0" presStyleCnt="1" custScaleX="145445" custLinFactNeighborY="-1065"/>
      <dgm:spPr/>
    </dgm:pt>
  </dgm:ptLst>
  <dgm:cxnLst>
    <dgm:cxn modelId="{D15D8E02-FA83-4E11-86F9-42B0DE103AFD}" type="presOf" srcId="{E898132D-1CF6-4D3C-A181-0B8D11DDFEAF}" destId="{89029BE8-E39D-4815-919A-EFB22C4879A5}" srcOrd="0" destOrd="0" presId="urn:microsoft.com/office/officeart/2005/8/layout/lProcess3"/>
    <dgm:cxn modelId="{9B80BDB0-3848-48B0-B23B-48C34C39C54C}" type="presOf" srcId="{CFEF4104-F74F-4C59-9AC7-08BD2F349BEC}" destId="{E63910B4-C487-40D8-A1DF-FBC8085D5E73}" srcOrd="0" destOrd="0" presId="urn:microsoft.com/office/officeart/2005/8/layout/lProcess3"/>
    <dgm:cxn modelId="{DD6855D3-A9E0-4B74-BADC-5E6BCBDAA66B}" srcId="{CFEF4104-F74F-4C59-9AC7-08BD2F349BEC}" destId="{E898132D-1CF6-4D3C-A181-0B8D11DDFEAF}" srcOrd="0" destOrd="0" parTransId="{5A5F8666-B8C9-4CE3-91D1-07DC12D2EA4E}" sibTransId="{9ED7747D-4E9B-4039-AD7A-9068DABAFA06}"/>
    <dgm:cxn modelId="{2EA319DD-1468-4CBD-BFEE-406DC806CF60}" type="presParOf" srcId="{E63910B4-C487-40D8-A1DF-FBC8085D5E73}" destId="{0451D93B-2565-4F90-AB8A-4CBDDD7D990C}" srcOrd="0" destOrd="0" presId="urn:microsoft.com/office/officeart/2005/8/layout/lProcess3"/>
    <dgm:cxn modelId="{F5C4BF94-600D-4BB2-BB92-AE2B6254067F}" type="presParOf" srcId="{0451D93B-2565-4F90-AB8A-4CBDDD7D990C}" destId="{89029BE8-E39D-4815-919A-EFB22C4879A5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CFEF4104-F74F-4C59-9AC7-08BD2F349BE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898132D-1CF6-4D3C-A181-0B8D11DDFEAF}">
      <dgm:prSet/>
      <dgm:spPr/>
      <dgm:t>
        <a:bodyPr/>
        <a:lstStyle/>
        <a:p>
          <a:r>
            <a: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Perspectives</a:t>
          </a:r>
        </a:p>
      </dgm:t>
    </dgm:pt>
    <dgm:pt modelId="{5A5F8666-B8C9-4CE3-91D1-07DC12D2EA4E}" type="parTrans" cxnId="{DD6855D3-A9E0-4B74-BADC-5E6BCBDAA66B}">
      <dgm:prSet/>
      <dgm:spPr/>
      <dgm:t>
        <a:bodyPr/>
        <a:lstStyle/>
        <a:p>
          <a:endParaRPr lang="fr-FR"/>
        </a:p>
      </dgm:t>
    </dgm:pt>
    <dgm:pt modelId="{9ED7747D-4E9B-4039-AD7A-9068DABAFA06}" type="sibTrans" cxnId="{DD6855D3-A9E0-4B74-BADC-5E6BCBDAA66B}">
      <dgm:prSet/>
      <dgm:spPr/>
      <dgm:t>
        <a:bodyPr/>
        <a:lstStyle/>
        <a:p>
          <a:endParaRPr lang="fr-FR"/>
        </a:p>
      </dgm:t>
    </dgm:pt>
    <dgm:pt modelId="{E63910B4-C487-40D8-A1DF-FBC8085D5E73}" type="pres">
      <dgm:prSet presAssocID="{CFEF4104-F74F-4C59-9AC7-08BD2F349BE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0451D93B-2565-4F90-AB8A-4CBDDD7D990C}" type="pres">
      <dgm:prSet presAssocID="{E898132D-1CF6-4D3C-A181-0B8D11DDFEAF}" presName="horFlow" presStyleCnt="0"/>
      <dgm:spPr/>
    </dgm:pt>
    <dgm:pt modelId="{89029BE8-E39D-4815-919A-EFB22C4879A5}" type="pres">
      <dgm:prSet presAssocID="{E898132D-1CF6-4D3C-A181-0B8D11DDFEAF}" presName="bigChev" presStyleLbl="node1" presStyleIdx="0" presStyleCnt="1" custScaleX="145445" custLinFactNeighborY="-1065"/>
      <dgm:spPr/>
    </dgm:pt>
  </dgm:ptLst>
  <dgm:cxnLst>
    <dgm:cxn modelId="{D15D8E02-FA83-4E11-86F9-42B0DE103AFD}" type="presOf" srcId="{E898132D-1CF6-4D3C-A181-0B8D11DDFEAF}" destId="{89029BE8-E39D-4815-919A-EFB22C4879A5}" srcOrd="0" destOrd="0" presId="urn:microsoft.com/office/officeart/2005/8/layout/lProcess3"/>
    <dgm:cxn modelId="{9B80BDB0-3848-48B0-B23B-48C34C39C54C}" type="presOf" srcId="{CFEF4104-F74F-4C59-9AC7-08BD2F349BEC}" destId="{E63910B4-C487-40D8-A1DF-FBC8085D5E73}" srcOrd="0" destOrd="0" presId="urn:microsoft.com/office/officeart/2005/8/layout/lProcess3"/>
    <dgm:cxn modelId="{DD6855D3-A9E0-4B74-BADC-5E6BCBDAA66B}" srcId="{CFEF4104-F74F-4C59-9AC7-08BD2F349BEC}" destId="{E898132D-1CF6-4D3C-A181-0B8D11DDFEAF}" srcOrd="0" destOrd="0" parTransId="{5A5F8666-B8C9-4CE3-91D1-07DC12D2EA4E}" sibTransId="{9ED7747D-4E9B-4039-AD7A-9068DABAFA06}"/>
    <dgm:cxn modelId="{2EA319DD-1468-4CBD-BFEE-406DC806CF60}" type="presParOf" srcId="{E63910B4-C487-40D8-A1DF-FBC8085D5E73}" destId="{0451D93B-2565-4F90-AB8A-4CBDDD7D990C}" srcOrd="0" destOrd="0" presId="urn:microsoft.com/office/officeart/2005/8/layout/lProcess3"/>
    <dgm:cxn modelId="{F5C4BF94-600D-4BB2-BB92-AE2B6254067F}" type="presParOf" srcId="{0451D93B-2565-4F90-AB8A-4CBDDD7D990C}" destId="{89029BE8-E39D-4815-919A-EFB22C4879A5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CFEF4104-F74F-4C59-9AC7-08BD2F349BEC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898132D-1CF6-4D3C-A181-0B8D11DDFEAF}">
      <dgm:prSet/>
      <dgm:spPr/>
      <dgm:t>
        <a:bodyPr/>
        <a:lstStyle/>
        <a:p>
          <a:r>
            <a: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Annexe</a:t>
          </a:r>
        </a:p>
      </dgm:t>
    </dgm:pt>
    <dgm:pt modelId="{5A5F8666-B8C9-4CE3-91D1-07DC12D2EA4E}" type="parTrans" cxnId="{DD6855D3-A9E0-4B74-BADC-5E6BCBDAA66B}">
      <dgm:prSet/>
      <dgm:spPr/>
      <dgm:t>
        <a:bodyPr/>
        <a:lstStyle/>
        <a:p>
          <a:endParaRPr lang="fr-FR"/>
        </a:p>
      </dgm:t>
    </dgm:pt>
    <dgm:pt modelId="{9ED7747D-4E9B-4039-AD7A-9068DABAFA06}" type="sibTrans" cxnId="{DD6855D3-A9E0-4B74-BADC-5E6BCBDAA66B}">
      <dgm:prSet/>
      <dgm:spPr/>
      <dgm:t>
        <a:bodyPr/>
        <a:lstStyle/>
        <a:p>
          <a:endParaRPr lang="fr-FR"/>
        </a:p>
      </dgm:t>
    </dgm:pt>
    <dgm:pt modelId="{E63910B4-C487-40D8-A1DF-FBC8085D5E73}" type="pres">
      <dgm:prSet presAssocID="{CFEF4104-F74F-4C59-9AC7-08BD2F349BE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0451D93B-2565-4F90-AB8A-4CBDDD7D990C}" type="pres">
      <dgm:prSet presAssocID="{E898132D-1CF6-4D3C-A181-0B8D11DDFEAF}" presName="horFlow" presStyleCnt="0"/>
      <dgm:spPr/>
    </dgm:pt>
    <dgm:pt modelId="{89029BE8-E39D-4815-919A-EFB22C4879A5}" type="pres">
      <dgm:prSet presAssocID="{E898132D-1CF6-4D3C-A181-0B8D11DDFEAF}" presName="bigChev" presStyleLbl="node1" presStyleIdx="0" presStyleCnt="1" custAng="5400000" custScaleX="134688" custScaleY="72117" custLinFactNeighborX="-60153" custLinFactNeighborY="-81705"/>
      <dgm:spPr/>
    </dgm:pt>
  </dgm:ptLst>
  <dgm:cxnLst>
    <dgm:cxn modelId="{D15D8E02-FA83-4E11-86F9-42B0DE103AFD}" type="presOf" srcId="{E898132D-1CF6-4D3C-A181-0B8D11DDFEAF}" destId="{89029BE8-E39D-4815-919A-EFB22C4879A5}" srcOrd="0" destOrd="0" presId="urn:microsoft.com/office/officeart/2005/8/layout/lProcess3"/>
    <dgm:cxn modelId="{9B80BDB0-3848-48B0-B23B-48C34C39C54C}" type="presOf" srcId="{CFEF4104-F74F-4C59-9AC7-08BD2F349BEC}" destId="{E63910B4-C487-40D8-A1DF-FBC8085D5E73}" srcOrd="0" destOrd="0" presId="urn:microsoft.com/office/officeart/2005/8/layout/lProcess3"/>
    <dgm:cxn modelId="{DD6855D3-A9E0-4B74-BADC-5E6BCBDAA66B}" srcId="{CFEF4104-F74F-4C59-9AC7-08BD2F349BEC}" destId="{E898132D-1CF6-4D3C-A181-0B8D11DDFEAF}" srcOrd="0" destOrd="0" parTransId="{5A5F8666-B8C9-4CE3-91D1-07DC12D2EA4E}" sibTransId="{9ED7747D-4E9B-4039-AD7A-9068DABAFA06}"/>
    <dgm:cxn modelId="{2EA319DD-1468-4CBD-BFEE-406DC806CF60}" type="presParOf" srcId="{E63910B4-C487-40D8-A1DF-FBC8085D5E73}" destId="{0451D93B-2565-4F90-AB8A-4CBDDD7D990C}" srcOrd="0" destOrd="0" presId="urn:microsoft.com/office/officeart/2005/8/layout/lProcess3"/>
    <dgm:cxn modelId="{F5C4BF94-600D-4BB2-BB92-AE2B6254067F}" type="presParOf" srcId="{0451D93B-2565-4F90-AB8A-4CBDDD7D990C}" destId="{89029BE8-E39D-4815-919A-EFB22C4879A5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39FE9E-81E2-4D6B-BEDF-2356E3B4B8C0}">
      <dsp:nvSpPr>
        <dsp:cNvPr id="0" name=""/>
        <dsp:cNvSpPr/>
      </dsp:nvSpPr>
      <dsp:spPr>
        <a:xfrm>
          <a:off x="0" y="0"/>
          <a:ext cx="8445911" cy="370058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FF0000">
                <a:alpha val="93000"/>
              </a:srgbClr>
            </a:gs>
            <a:gs pos="53000">
              <a:srgbClr val="7030A0">
                <a:alpha val="93000"/>
              </a:srgbClr>
            </a:gs>
            <a:gs pos="84000">
              <a:srgbClr val="00B0F0">
                <a:alpha val="93000"/>
              </a:srgbClr>
            </a:gs>
          </a:gsLst>
          <a:lin ang="21540000" scaled="0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b="1" i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b="1" i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000" b="1" i="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b="1" i="0" kern="1200" dirty="0"/>
            <a:t>DÉVELOPPEZ UNE PREUVE DE CONCEPT</a:t>
          </a:r>
          <a:endParaRPr lang="fr-FR" sz="25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Guillaume GUITARIAN</a:t>
          </a:r>
          <a:endParaRPr lang="fr-FR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1480233"/>
        <a:ext cx="8445911" cy="1480233"/>
      </dsp:txXfrm>
    </dsp:sp>
    <dsp:sp modelId="{E7821531-6CB3-4AC1-949E-95C1C0D71C8A}">
      <dsp:nvSpPr>
        <dsp:cNvPr id="0" name=""/>
        <dsp:cNvSpPr/>
      </dsp:nvSpPr>
      <dsp:spPr>
        <a:xfrm>
          <a:off x="2483793" y="376928"/>
          <a:ext cx="3478323" cy="14226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4000" r="-5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6AC2C7-0DC1-45D3-815F-362591623198}">
      <dsp:nvSpPr>
        <dsp:cNvPr id="0" name=""/>
        <dsp:cNvSpPr/>
      </dsp:nvSpPr>
      <dsp:spPr>
        <a:xfrm flipH="1">
          <a:off x="4674250" y="2955707"/>
          <a:ext cx="45689" cy="124334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C999A-B86C-43B5-B8EC-A725977468C4}">
      <dsp:nvSpPr>
        <dsp:cNvPr id="0" name=""/>
        <dsp:cNvSpPr/>
      </dsp:nvSpPr>
      <dsp:spPr>
        <a:xfrm>
          <a:off x="2555646" y="0"/>
          <a:ext cx="4032706" cy="110906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0" bIns="3429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5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Sommaire</a:t>
          </a:r>
        </a:p>
      </dsp:txBody>
      <dsp:txXfrm>
        <a:off x="3110180" y="0"/>
        <a:ext cx="2923639" cy="11090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840B93-6171-4A64-9A29-C1BD8B5EA7E0}">
      <dsp:nvSpPr>
        <dsp:cNvPr id="0" name=""/>
        <dsp:cNvSpPr/>
      </dsp:nvSpPr>
      <dsp:spPr>
        <a:xfrm rot="5400000">
          <a:off x="6115838" y="-2559953"/>
          <a:ext cx="810281" cy="613739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Présentation de l’entreprise « DataSpace » et des objectifs du projet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Description de la solution à développer</a:t>
          </a:r>
        </a:p>
      </dsp:txBody>
      <dsp:txXfrm rot="-5400000">
        <a:off x="3452283" y="143157"/>
        <a:ext cx="6097837" cy="731171"/>
      </dsp:txXfrm>
    </dsp:sp>
    <dsp:sp modelId="{9DDE3057-EF83-478A-A771-EFC50F6C14A4}">
      <dsp:nvSpPr>
        <dsp:cNvPr id="0" name=""/>
        <dsp:cNvSpPr/>
      </dsp:nvSpPr>
      <dsp:spPr>
        <a:xfrm>
          <a:off x="0" y="2316"/>
          <a:ext cx="3452283" cy="10128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Présentation du projet</a:t>
          </a:r>
        </a:p>
      </dsp:txBody>
      <dsp:txXfrm>
        <a:off x="49443" y="51759"/>
        <a:ext cx="3353397" cy="913966"/>
      </dsp:txXfrm>
    </dsp:sp>
    <dsp:sp modelId="{706F89CD-3494-4F48-BAFE-0938A0E2B088}">
      <dsp:nvSpPr>
        <dsp:cNvPr id="0" name=""/>
        <dsp:cNvSpPr/>
      </dsp:nvSpPr>
      <dsp:spPr>
        <a:xfrm rot="5400000">
          <a:off x="6115838" y="-1496458"/>
          <a:ext cx="810281" cy="613739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Contexte (projet / jeu de données)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Démarche (choix des modèles / choix des métriques... ) </a:t>
          </a:r>
        </a:p>
      </dsp:txBody>
      <dsp:txXfrm rot="-5400000">
        <a:off x="3452283" y="1206652"/>
        <a:ext cx="6097837" cy="731171"/>
      </dsp:txXfrm>
    </dsp:sp>
    <dsp:sp modelId="{25926874-5AE5-4336-B186-2983053F2B3C}">
      <dsp:nvSpPr>
        <dsp:cNvPr id="0" name=""/>
        <dsp:cNvSpPr/>
      </dsp:nvSpPr>
      <dsp:spPr>
        <a:xfrm>
          <a:off x="0" y="1065811"/>
          <a:ext cx="3452283" cy="10128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Méthodologie</a:t>
          </a:r>
        </a:p>
      </dsp:txBody>
      <dsp:txXfrm>
        <a:off x="49443" y="1115254"/>
        <a:ext cx="3353397" cy="913966"/>
      </dsp:txXfrm>
    </dsp:sp>
    <dsp:sp modelId="{A8546D23-D8CC-46EF-99A8-A76F67726094}">
      <dsp:nvSpPr>
        <dsp:cNvPr id="0" name=""/>
        <dsp:cNvSpPr/>
      </dsp:nvSpPr>
      <dsp:spPr>
        <a:xfrm rot="5400000">
          <a:off x="6115838" y="-432963"/>
          <a:ext cx="810281" cy="613739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Présentation du modèle BASELINE : </a:t>
          </a:r>
          <a:r>
            <a:rPr lang="fr-FR" sz="1400" kern="1200" dirty="0" err="1"/>
            <a:t>UNet</a:t>
          </a:r>
          <a:endParaRPr lang="fr-F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Présentation du modèle POC : HRNet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Comparaison</a:t>
          </a:r>
        </a:p>
      </dsp:txBody>
      <dsp:txXfrm rot="-5400000">
        <a:off x="3452283" y="2270147"/>
        <a:ext cx="6097837" cy="731171"/>
      </dsp:txXfrm>
    </dsp:sp>
    <dsp:sp modelId="{E3AFB158-31DB-431C-A76A-98D18DC78E89}">
      <dsp:nvSpPr>
        <dsp:cNvPr id="0" name=""/>
        <dsp:cNvSpPr/>
      </dsp:nvSpPr>
      <dsp:spPr>
        <a:xfrm>
          <a:off x="0" y="2129305"/>
          <a:ext cx="3452283" cy="10128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Modèles</a:t>
          </a:r>
        </a:p>
      </dsp:txBody>
      <dsp:txXfrm>
        <a:off x="49443" y="2178748"/>
        <a:ext cx="3353397" cy="913966"/>
      </dsp:txXfrm>
    </dsp:sp>
    <dsp:sp modelId="{85383EE8-B554-4D84-85F9-BA246FE1C9BA}">
      <dsp:nvSpPr>
        <dsp:cNvPr id="0" name=""/>
        <dsp:cNvSpPr/>
      </dsp:nvSpPr>
      <dsp:spPr>
        <a:xfrm rot="5400000">
          <a:off x="6115838" y="630530"/>
          <a:ext cx="810281" cy="613739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Mise en place de la preuve de concept via un Dashboard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Déploiement en ligne avec démo</a:t>
          </a:r>
        </a:p>
      </dsp:txBody>
      <dsp:txXfrm rot="-5400000">
        <a:off x="3452283" y="3333641"/>
        <a:ext cx="6097837" cy="731171"/>
      </dsp:txXfrm>
    </dsp:sp>
    <dsp:sp modelId="{355185AF-F5B0-402D-BC6A-23C6CA06F52C}">
      <dsp:nvSpPr>
        <dsp:cNvPr id="0" name=""/>
        <dsp:cNvSpPr/>
      </dsp:nvSpPr>
      <dsp:spPr>
        <a:xfrm>
          <a:off x="0" y="3192800"/>
          <a:ext cx="3452283" cy="10128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Déploiement</a:t>
          </a:r>
        </a:p>
      </dsp:txBody>
      <dsp:txXfrm>
        <a:off x="49443" y="3242243"/>
        <a:ext cx="3353397" cy="913966"/>
      </dsp:txXfrm>
    </dsp:sp>
    <dsp:sp modelId="{CD328844-ACE7-4282-A3C2-E5E599742853}">
      <dsp:nvSpPr>
        <dsp:cNvPr id="0" name=""/>
        <dsp:cNvSpPr/>
      </dsp:nvSpPr>
      <dsp:spPr>
        <a:xfrm rot="5400000">
          <a:off x="6115838" y="1694025"/>
          <a:ext cx="810281" cy="613739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Synthèse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Perspectives</a:t>
          </a:r>
        </a:p>
      </dsp:txBody>
      <dsp:txXfrm rot="-5400000">
        <a:off x="3452283" y="4397136"/>
        <a:ext cx="6097837" cy="731171"/>
      </dsp:txXfrm>
    </dsp:sp>
    <dsp:sp modelId="{FDC99AF3-C5B0-4AA4-843C-55C1BD33DFF0}">
      <dsp:nvSpPr>
        <dsp:cNvPr id="0" name=""/>
        <dsp:cNvSpPr/>
      </dsp:nvSpPr>
      <dsp:spPr>
        <a:xfrm>
          <a:off x="0" y="4256295"/>
          <a:ext cx="3452283" cy="10128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Conclusions</a:t>
          </a:r>
        </a:p>
      </dsp:txBody>
      <dsp:txXfrm>
        <a:off x="49443" y="4305738"/>
        <a:ext cx="3353397" cy="9139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9B5F90-DDF5-4DAA-8DC2-4F98DE34A2ED}">
      <dsp:nvSpPr>
        <dsp:cNvPr id="0" name=""/>
        <dsp:cNvSpPr/>
      </dsp:nvSpPr>
      <dsp:spPr>
        <a:xfrm>
          <a:off x="3520001" y="0"/>
          <a:ext cx="3410390" cy="3410390"/>
        </a:xfrm>
        <a:prstGeom prst="ellipse">
          <a:avLst/>
        </a:prstGeom>
        <a:solidFill>
          <a:schemeClr val="accent1">
            <a:hueOff val="0"/>
            <a:satOff val="0"/>
            <a:lumOff val="0"/>
            <a:alpha val="2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6500" kern="1200" dirty="0">
            <a:solidFill>
              <a:schemeClr val="bg1"/>
            </a:solidFill>
          </a:endParaRPr>
        </a:p>
      </dsp:txBody>
      <dsp:txXfrm>
        <a:off x="3974720" y="596818"/>
        <a:ext cx="2500952" cy="1534675"/>
      </dsp:txXfrm>
    </dsp:sp>
    <dsp:sp modelId="{B63E083D-915C-4650-A924-AD549D7D1FCA}">
      <dsp:nvSpPr>
        <dsp:cNvPr id="0" name=""/>
        <dsp:cNvSpPr/>
      </dsp:nvSpPr>
      <dsp:spPr>
        <a:xfrm>
          <a:off x="4623803" y="2027011"/>
          <a:ext cx="3696897" cy="363209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dirty="0">
              <a:solidFill>
                <a:schemeClr val="bg1"/>
              </a:solidFill>
            </a:rPr>
            <a:t>Solution à développer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>
              <a:solidFill>
                <a:schemeClr val="bg1"/>
              </a:solidFill>
            </a:rPr>
            <a:t>Faire une veille technologique afin de chercher et trouver un modèle récent ( &lt; 5ans ) et correspondant au besoin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300" kern="1200" dirty="0">
            <a:solidFill>
              <a:schemeClr val="bg1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300" kern="1200" dirty="0">
            <a:solidFill>
              <a:schemeClr val="bg1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300" kern="1200" dirty="0">
            <a:solidFill>
              <a:schemeClr val="bg1"/>
            </a:solidFill>
          </a:endParaRPr>
        </a:p>
      </dsp:txBody>
      <dsp:txXfrm>
        <a:off x="5754437" y="2965303"/>
        <a:ext cx="2218138" cy="1997654"/>
      </dsp:txXfrm>
    </dsp:sp>
    <dsp:sp modelId="{6D50FD34-D823-4432-9C74-6983EA14AC63}">
      <dsp:nvSpPr>
        <dsp:cNvPr id="0" name=""/>
        <dsp:cNvSpPr/>
      </dsp:nvSpPr>
      <dsp:spPr>
        <a:xfrm>
          <a:off x="2071171" y="2005031"/>
          <a:ext cx="3726158" cy="366910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dirty="0">
              <a:solidFill>
                <a:schemeClr val="bg1"/>
              </a:solidFill>
            </a:rPr>
            <a:t>Objectif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>
              <a:solidFill>
                <a:schemeClr val="bg1"/>
              </a:solidFill>
            </a:rPr>
            <a:t>Améliorer les performances d’un modèle existant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1100" kern="1200" dirty="0">
              <a:solidFill>
                <a:schemeClr val="bg1"/>
              </a:solidFill>
            </a:rPr>
            <a:t>		</a:t>
          </a:r>
        </a:p>
        <a:p>
          <a:pPr marL="171450" lvl="3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fr-FR" sz="1100" kern="1200" dirty="0">
            <a:solidFill>
              <a:schemeClr val="bg1"/>
            </a:solidFill>
          </a:endParaRPr>
        </a:p>
      </dsp:txBody>
      <dsp:txXfrm>
        <a:off x="2422051" y="2952882"/>
        <a:ext cx="2235695" cy="20180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BF511E-DC73-4C5B-9384-C3EA433BF64A}">
      <dsp:nvSpPr>
        <dsp:cNvPr id="0" name=""/>
        <dsp:cNvSpPr/>
      </dsp:nvSpPr>
      <dsp:spPr>
        <a:xfrm>
          <a:off x="2555646" y="84"/>
          <a:ext cx="4032706" cy="110906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24130" rIns="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Présentation du projet</a:t>
          </a:r>
        </a:p>
      </dsp:txBody>
      <dsp:txXfrm>
        <a:off x="3110180" y="84"/>
        <a:ext cx="2923639" cy="11090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C999A-B86C-43B5-B8EC-A725977468C4}">
      <dsp:nvSpPr>
        <dsp:cNvPr id="0" name=""/>
        <dsp:cNvSpPr/>
      </dsp:nvSpPr>
      <dsp:spPr>
        <a:xfrm>
          <a:off x="2555646" y="0"/>
          <a:ext cx="4032706" cy="110906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0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9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Méthodologie</a:t>
          </a:r>
          <a:endParaRPr lang="fr-FR" sz="39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110180" y="0"/>
        <a:ext cx="2923639" cy="11090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3A646-1CA6-4A3C-AA8E-0F20250E317A}">
      <dsp:nvSpPr>
        <dsp:cNvPr id="0" name=""/>
        <dsp:cNvSpPr/>
      </dsp:nvSpPr>
      <dsp:spPr>
        <a:xfrm>
          <a:off x="0" y="0"/>
          <a:ext cx="748494" cy="74849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3D6CC-4B09-4C87-BA77-781F5518E66A}">
      <dsp:nvSpPr>
        <dsp:cNvPr id="0" name=""/>
        <dsp:cNvSpPr/>
      </dsp:nvSpPr>
      <dsp:spPr>
        <a:xfrm>
          <a:off x="374246" y="0"/>
          <a:ext cx="11817753" cy="74849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b="1" kern="1200" dirty="0">
              <a:solidFill>
                <a:schemeClr val="tx1"/>
              </a:solidFill>
            </a:rPr>
            <a:t>CONTEXTE :</a:t>
          </a:r>
          <a:r>
            <a:rPr lang="fr-FR" sz="3200" b="1" kern="1200" dirty="0">
              <a:solidFill>
                <a:schemeClr val="accent2"/>
              </a:solidFill>
            </a:rPr>
            <a:t> CHOIX DU PROJET</a:t>
          </a:r>
          <a:endParaRPr lang="fr-FR" sz="3200" kern="1200" dirty="0">
            <a:solidFill>
              <a:schemeClr val="accent2"/>
            </a:solidFill>
          </a:endParaRPr>
        </a:p>
      </dsp:txBody>
      <dsp:txXfrm>
        <a:off x="374246" y="0"/>
        <a:ext cx="11817753" cy="74849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C999A-B86C-43B5-B8EC-A725977468C4}">
      <dsp:nvSpPr>
        <dsp:cNvPr id="0" name=""/>
        <dsp:cNvSpPr/>
      </dsp:nvSpPr>
      <dsp:spPr>
        <a:xfrm>
          <a:off x="2555646" y="0"/>
          <a:ext cx="4032706" cy="110906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0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9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Méthodologie</a:t>
          </a:r>
          <a:endParaRPr lang="fr-FR" sz="39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110180" y="0"/>
        <a:ext cx="2923639" cy="110906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3A646-1CA6-4A3C-AA8E-0F20250E317A}">
      <dsp:nvSpPr>
        <dsp:cNvPr id="0" name=""/>
        <dsp:cNvSpPr/>
      </dsp:nvSpPr>
      <dsp:spPr>
        <a:xfrm>
          <a:off x="0" y="0"/>
          <a:ext cx="748494" cy="74849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3D6CC-4B09-4C87-BA77-781F5518E66A}">
      <dsp:nvSpPr>
        <dsp:cNvPr id="0" name=""/>
        <dsp:cNvSpPr/>
      </dsp:nvSpPr>
      <dsp:spPr>
        <a:xfrm>
          <a:off x="374246" y="0"/>
          <a:ext cx="11817753" cy="74849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b="1" kern="1200" dirty="0">
              <a:solidFill>
                <a:schemeClr val="tx1"/>
              </a:solidFill>
            </a:rPr>
            <a:t>CONTEXTE :</a:t>
          </a:r>
          <a:r>
            <a:rPr lang="fr-FR" sz="3200" b="1" kern="1200" dirty="0">
              <a:solidFill>
                <a:schemeClr val="accent2"/>
              </a:solidFill>
            </a:rPr>
            <a:t> JEU DE DONNÉES</a:t>
          </a:r>
          <a:endParaRPr lang="fr-FR" sz="3200" kern="1200" dirty="0">
            <a:solidFill>
              <a:schemeClr val="accent2"/>
            </a:solidFill>
          </a:endParaRPr>
        </a:p>
      </dsp:txBody>
      <dsp:txXfrm>
        <a:off x="374246" y="0"/>
        <a:ext cx="11817753" cy="74849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126F8-55A4-4913-833C-07833A4C490D}">
      <dsp:nvSpPr>
        <dsp:cNvPr id="0" name=""/>
        <dsp:cNvSpPr/>
      </dsp:nvSpPr>
      <dsp:spPr>
        <a:xfrm>
          <a:off x="0" y="7195"/>
          <a:ext cx="5679251" cy="5760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Caractéristique du jeu de données</a:t>
          </a:r>
          <a:endParaRPr lang="fr-FR" sz="2000" b="1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7195"/>
        <a:ext cx="5679251" cy="576000"/>
      </dsp:txXfrm>
    </dsp:sp>
    <dsp:sp modelId="{3C02D451-B0E3-45D9-8C8E-9602662ED4B8}">
      <dsp:nvSpPr>
        <dsp:cNvPr id="0" name=""/>
        <dsp:cNvSpPr/>
      </dsp:nvSpPr>
      <dsp:spPr>
        <a:xfrm>
          <a:off x="0" y="590391"/>
          <a:ext cx="5679251" cy="2745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b="0" kern="1200" dirty="0"/>
            <a:t>2 répertoires principaux 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fr-FR" sz="1600" b="0" kern="1200" dirty="0"/>
            <a:t>IMAGES (réelles) : </a:t>
          </a:r>
          <a:r>
            <a:rPr lang="fr-FR" sz="1600" b="1" kern="1200" dirty="0"/>
            <a:t>2048</a:t>
          </a:r>
          <a:r>
            <a:rPr lang="fr-FR" sz="1600" b="0" kern="1200" dirty="0"/>
            <a:t> * </a:t>
          </a:r>
          <a:r>
            <a:rPr lang="fr-FR" sz="1600" b="1" kern="1200" dirty="0"/>
            <a:t>1024</a:t>
          </a:r>
          <a:endParaRPr lang="fr-FR" sz="1600" b="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fr-FR" sz="1600" b="0" kern="1200" dirty="0"/>
            <a:t>FICHIERS D’ANNOTATIONS (dont masques : *_labelIds.png </a:t>
          </a:r>
          <a:r>
            <a:rPr lang="fr-FR" sz="1600" b="1" kern="1200" dirty="0"/>
            <a:t>30</a:t>
          </a:r>
          <a:r>
            <a:rPr lang="fr-FR" sz="1600" b="0" kern="1200" dirty="0"/>
            <a:t> classes)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r-FR" sz="1600" b="0" kern="1200" dirty="0"/>
            <a:t> 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b="0" kern="1200" dirty="0"/>
            <a:t>Pour chacun de leurs 3 sous-dossiers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fr-FR" sz="1600" b="1" kern="1200" dirty="0"/>
            <a:t>test</a:t>
          </a:r>
          <a:r>
            <a:rPr lang="fr-FR" sz="1600" b="0" kern="1200" dirty="0"/>
            <a:t> : </a:t>
          </a:r>
          <a:r>
            <a:rPr lang="fr-FR" sz="1600" b="0" strike="sngStrike" kern="1200" dirty="0"/>
            <a:t>1525 éléments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fr-FR" sz="1600" b="1" kern="1200" dirty="0"/>
            <a:t>train</a:t>
          </a:r>
          <a:r>
            <a:rPr lang="fr-FR" sz="1600" b="0" kern="1200" dirty="0"/>
            <a:t> : 2975 éléments  </a:t>
          </a:r>
          <a:r>
            <a:rPr lang="fr-FR" sz="1600" b="0" kern="1200" dirty="0">
              <a:sym typeface="Wingdings" panose="05000000000000000000" pitchFamily="2" charset="2"/>
            </a:rPr>
            <a:t>  train + validation  (80/20)</a:t>
          </a:r>
          <a:endParaRPr lang="fr-FR" sz="1600" b="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fr-FR" sz="1600" b="1" kern="1200" dirty="0"/>
            <a:t>val</a:t>
          </a:r>
          <a:r>
            <a:rPr lang="fr-FR" sz="1600" b="0" kern="1200" dirty="0"/>
            <a:t> : 500 éléments        </a:t>
          </a:r>
          <a:r>
            <a:rPr lang="fr-FR" sz="1600" b="0" kern="1200" dirty="0">
              <a:sym typeface="Wingdings" panose="05000000000000000000" pitchFamily="2" charset="2"/>
            </a:rPr>
            <a:t>  test</a:t>
          </a:r>
          <a:endParaRPr lang="fr-FR" sz="1600" b="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endParaRPr lang="fr-FR" sz="1600" b="0" kern="1200" dirty="0"/>
        </a:p>
      </dsp:txBody>
      <dsp:txXfrm>
        <a:off x="0" y="590391"/>
        <a:ext cx="5679251" cy="2745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C999A-B86C-43B5-B8EC-A725977468C4}">
      <dsp:nvSpPr>
        <dsp:cNvPr id="0" name=""/>
        <dsp:cNvSpPr/>
      </dsp:nvSpPr>
      <dsp:spPr>
        <a:xfrm>
          <a:off x="2555646" y="0"/>
          <a:ext cx="4032706" cy="110906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0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9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Méthodologie</a:t>
          </a:r>
          <a:endParaRPr lang="fr-FR" sz="39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110180" y="0"/>
        <a:ext cx="2923639" cy="110906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3A646-1CA6-4A3C-AA8E-0F20250E317A}">
      <dsp:nvSpPr>
        <dsp:cNvPr id="0" name=""/>
        <dsp:cNvSpPr/>
      </dsp:nvSpPr>
      <dsp:spPr>
        <a:xfrm>
          <a:off x="0" y="0"/>
          <a:ext cx="748494" cy="74849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3D6CC-4B09-4C87-BA77-781F5518E66A}">
      <dsp:nvSpPr>
        <dsp:cNvPr id="0" name=""/>
        <dsp:cNvSpPr/>
      </dsp:nvSpPr>
      <dsp:spPr>
        <a:xfrm>
          <a:off x="374246" y="0"/>
          <a:ext cx="11817753" cy="74849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b="1" kern="1200" dirty="0">
              <a:solidFill>
                <a:schemeClr val="tx1"/>
              </a:solidFill>
            </a:rPr>
            <a:t>DÉMARCHE</a:t>
          </a:r>
          <a:endParaRPr lang="fr-FR" sz="3200" kern="1200" dirty="0">
            <a:solidFill>
              <a:schemeClr val="accent2"/>
            </a:solidFill>
          </a:endParaRPr>
        </a:p>
      </dsp:txBody>
      <dsp:txXfrm>
        <a:off x="374246" y="0"/>
        <a:ext cx="11817753" cy="74849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3E41F9-BC1C-4C0E-A06C-0ADA8661A89A}">
      <dsp:nvSpPr>
        <dsp:cNvPr id="0" name=""/>
        <dsp:cNvSpPr/>
      </dsp:nvSpPr>
      <dsp:spPr>
        <a:xfrm rot="5400000">
          <a:off x="6709214" y="-2666300"/>
          <a:ext cx="1253771" cy="69045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contourW="3000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b="0" kern="1200" dirty="0"/>
            <a:t>Baseline </a:t>
          </a:r>
          <a:r>
            <a:rPr lang="fr-FR" sz="2200" b="0" kern="1200" dirty="0">
              <a:sym typeface="Wingdings" panose="05000000000000000000" pitchFamily="2" charset="2"/>
            </a:rPr>
            <a:t> </a:t>
          </a:r>
          <a:r>
            <a:rPr lang="fr-FR" sz="2200" b="0" kern="1200" dirty="0" err="1">
              <a:sym typeface="Wingdings" panose="05000000000000000000" pitchFamily="2" charset="2"/>
            </a:rPr>
            <a:t>Unet</a:t>
          </a:r>
          <a:endParaRPr lang="fr-FR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b="0" kern="1200" dirty="0"/>
            <a:t>POC </a:t>
          </a:r>
          <a:r>
            <a:rPr lang="fr-FR" sz="2200" b="0" kern="1200" dirty="0">
              <a:sym typeface="Wingdings" panose="05000000000000000000" pitchFamily="2" charset="2"/>
            </a:rPr>
            <a:t> HRNet</a:t>
          </a:r>
          <a:endParaRPr lang="fr-FR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b="0" kern="1200" dirty="0"/>
            <a:t>Métriques </a:t>
          </a:r>
          <a:r>
            <a:rPr lang="fr-FR" sz="2200" b="0" kern="1200" dirty="0">
              <a:sym typeface="Wingdings" panose="05000000000000000000" pitchFamily="2" charset="2"/>
            </a:rPr>
            <a:t> </a:t>
          </a:r>
          <a:r>
            <a:rPr lang="fr-FR" sz="2200" b="0" kern="1200" dirty="0" err="1"/>
            <a:t>Categorical</a:t>
          </a:r>
          <a:r>
            <a:rPr lang="fr-FR" sz="2200" b="0" kern="1200" dirty="0"/>
            <a:t> </a:t>
          </a:r>
          <a:r>
            <a:rPr lang="fr-FR" sz="2200" b="0" kern="1200" dirty="0" err="1"/>
            <a:t>Accuracy</a:t>
          </a:r>
          <a:r>
            <a:rPr lang="fr-FR" sz="2200" b="0" kern="1200" dirty="0"/>
            <a:t> et </a:t>
          </a:r>
          <a:r>
            <a:rPr lang="fr-FR" sz="2200" b="0" kern="1200" dirty="0" err="1"/>
            <a:t>meanIoU</a:t>
          </a:r>
          <a:endParaRPr lang="fr-FR" sz="2200" kern="1200" dirty="0"/>
        </a:p>
      </dsp:txBody>
      <dsp:txXfrm rot="-5400000">
        <a:off x="3883817" y="220301"/>
        <a:ext cx="6843361" cy="1131363"/>
      </dsp:txXfrm>
    </dsp:sp>
    <dsp:sp modelId="{AA5F4770-9AD8-4A94-9F89-EF7D2D8341A2}">
      <dsp:nvSpPr>
        <dsp:cNvPr id="0" name=""/>
        <dsp:cNvSpPr/>
      </dsp:nvSpPr>
      <dsp:spPr>
        <a:xfrm>
          <a:off x="0" y="2374"/>
          <a:ext cx="3883817" cy="15672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b="1" kern="1200" dirty="0"/>
            <a:t>MODELÈS </a:t>
          </a:r>
          <a:endParaRPr lang="fr-FR" sz="3700" kern="1200" dirty="0"/>
        </a:p>
      </dsp:txBody>
      <dsp:txXfrm>
        <a:off x="76505" y="78879"/>
        <a:ext cx="3730807" cy="1414204"/>
      </dsp:txXfrm>
    </dsp:sp>
    <dsp:sp modelId="{A546C3ED-47E2-43CB-AF96-F607BC698370}">
      <dsp:nvSpPr>
        <dsp:cNvPr id="0" name=""/>
        <dsp:cNvSpPr/>
      </dsp:nvSpPr>
      <dsp:spPr>
        <a:xfrm rot="5400000">
          <a:off x="6584094" y="-1020725"/>
          <a:ext cx="1504012" cy="69045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contourW="3000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30 Classes </a:t>
          </a:r>
          <a:r>
            <a:rPr lang="fr-FR" sz="2100" kern="1200" dirty="0">
              <a:sym typeface="Wingdings" panose="05000000000000000000" pitchFamily="2" charset="2"/>
            </a:rPr>
            <a:t> 8 Classes</a:t>
          </a:r>
          <a:endParaRPr lang="fr-FR" sz="2100" b="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Data </a:t>
          </a:r>
          <a:r>
            <a:rPr lang="fr-FR" sz="2100" kern="1200" dirty="0" err="1"/>
            <a:t>generator</a:t>
          </a:r>
          <a:r>
            <a:rPr lang="fr-FR" sz="2100" kern="1200" dirty="0"/>
            <a:t> sans augmentation</a:t>
          </a:r>
          <a:endParaRPr lang="fr-FR" sz="2100" b="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Images et Masque </a:t>
          </a:r>
          <a:r>
            <a:rPr lang="fr-FR" sz="2100" kern="1200" dirty="0">
              <a:sym typeface="Wingdings" panose="05000000000000000000" pitchFamily="2" charset="2"/>
            </a:rPr>
            <a:t> 128 * 128</a:t>
          </a:r>
          <a:endParaRPr lang="fr-FR" sz="2100" b="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 dirty="0"/>
            <a:t>Batch size </a:t>
          </a:r>
          <a:r>
            <a:rPr lang="fr-FR" sz="2100" kern="1200" dirty="0">
              <a:sym typeface="Wingdings" panose="05000000000000000000" pitchFamily="2" charset="2"/>
            </a:rPr>
            <a:t> 4</a:t>
          </a:r>
          <a:endParaRPr lang="fr-FR" sz="2100" b="0" kern="1200" dirty="0"/>
        </a:p>
      </dsp:txBody>
      <dsp:txXfrm rot="-5400000">
        <a:off x="3883818" y="1752971"/>
        <a:ext cx="6831145" cy="1357172"/>
      </dsp:txXfrm>
    </dsp:sp>
    <dsp:sp modelId="{9B80E30E-E5D0-47A3-8E33-4866DEB27564}">
      <dsp:nvSpPr>
        <dsp:cNvPr id="0" name=""/>
        <dsp:cNvSpPr/>
      </dsp:nvSpPr>
      <dsp:spPr>
        <a:xfrm>
          <a:off x="0" y="1647950"/>
          <a:ext cx="3883817" cy="15672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b="1" kern="1200" dirty="0"/>
            <a:t>DONNÉES</a:t>
          </a:r>
        </a:p>
      </dsp:txBody>
      <dsp:txXfrm>
        <a:off x="76505" y="1724455"/>
        <a:ext cx="3730807" cy="1414204"/>
      </dsp:txXfrm>
    </dsp:sp>
    <dsp:sp modelId="{E4C02B76-5E30-4FA4-A09F-7B6BD9B3407D}">
      <dsp:nvSpPr>
        <dsp:cNvPr id="0" name=""/>
        <dsp:cNvSpPr/>
      </dsp:nvSpPr>
      <dsp:spPr>
        <a:xfrm rot="5400000">
          <a:off x="6709214" y="624850"/>
          <a:ext cx="1253771" cy="690456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contourW="3000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b="0" kern="1200" dirty="0"/>
            <a:t>Eearly Stopping </a:t>
          </a:r>
          <a:r>
            <a:rPr lang="fr-FR" sz="2200" b="0" kern="1200" dirty="0">
              <a:sym typeface="Wingdings" panose="05000000000000000000" pitchFamily="2" charset="2"/>
            </a:rPr>
            <a:t></a:t>
          </a:r>
          <a:r>
            <a:rPr lang="fr-FR" sz="2200" b="0" kern="1200" dirty="0"/>
            <a:t> 5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b="0" kern="1200" dirty="0"/>
            <a:t>Checkpoint</a:t>
          </a:r>
        </a:p>
      </dsp:txBody>
      <dsp:txXfrm rot="-5400000">
        <a:off x="3883817" y="3511451"/>
        <a:ext cx="6843361" cy="1131363"/>
      </dsp:txXfrm>
    </dsp:sp>
    <dsp:sp modelId="{38D0D4C6-630E-4EB8-B458-15FAB998EE7E}">
      <dsp:nvSpPr>
        <dsp:cNvPr id="0" name=""/>
        <dsp:cNvSpPr/>
      </dsp:nvSpPr>
      <dsp:spPr>
        <a:xfrm>
          <a:off x="0" y="3293525"/>
          <a:ext cx="3883817" cy="15672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b="1" kern="1200" dirty="0"/>
            <a:t>ENTRAINEMENT</a:t>
          </a:r>
        </a:p>
      </dsp:txBody>
      <dsp:txXfrm>
        <a:off x="76505" y="3370030"/>
        <a:ext cx="3730807" cy="141420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C999A-B86C-43B5-B8EC-A725977468C4}">
      <dsp:nvSpPr>
        <dsp:cNvPr id="0" name=""/>
        <dsp:cNvSpPr/>
      </dsp:nvSpPr>
      <dsp:spPr>
        <a:xfrm>
          <a:off x="2555646" y="0"/>
          <a:ext cx="4032706" cy="110906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0" bIns="40005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Modèles</a:t>
          </a:r>
        </a:p>
      </dsp:txBody>
      <dsp:txXfrm>
        <a:off x="3110180" y="0"/>
        <a:ext cx="2923639" cy="110906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3A646-1CA6-4A3C-AA8E-0F20250E317A}">
      <dsp:nvSpPr>
        <dsp:cNvPr id="0" name=""/>
        <dsp:cNvSpPr/>
      </dsp:nvSpPr>
      <dsp:spPr>
        <a:xfrm>
          <a:off x="0" y="0"/>
          <a:ext cx="750262" cy="75026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3D6CC-4B09-4C87-BA77-781F5518E66A}">
      <dsp:nvSpPr>
        <dsp:cNvPr id="0" name=""/>
        <dsp:cNvSpPr/>
      </dsp:nvSpPr>
      <dsp:spPr>
        <a:xfrm>
          <a:off x="375131" y="0"/>
          <a:ext cx="11816869" cy="750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b="1" kern="1200" dirty="0">
              <a:effectLst/>
            </a:rPr>
            <a:t>BASELINE : </a:t>
          </a:r>
          <a:r>
            <a:rPr lang="fr-FR" sz="3200" b="1" kern="1200" dirty="0">
              <a:solidFill>
                <a:schemeClr val="accent2"/>
              </a:solidFill>
              <a:effectLst/>
            </a:rPr>
            <a:t>UNET</a:t>
          </a:r>
        </a:p>
      </dsp:txBody>
      <dsp:txXfrm>
        <a:off x="375131" y="0"/>
        <a:ext cx="11816869" cy="75026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C999A-B86C-43B5-B8EC-A725977468C4}">
      <dsp:nvSpPr>
        <dsp:cNvPr id="0" name=""/>
        <dsp:cNvSpPr/>
      </dsp:nvSpPr>
      <dsp:spPr>
        <a:xfrm>
          <a:off x="2555646" y="0"/>
          <a:ext cx="4032706" cy="110906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0" bIns="40005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3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Modèles</a:t>
          </a:r>
        </a:p>
      </dsp:txBody>
      <dsp:txXfrm>
        <a:off x="3110180" y="0"/>
        <a:ext cx="2923639" cy="110906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3A646-1CA6-4A3C-AA8E-0F20250E317A}">
      <dsp:nvSpPr>
        <dsp:cNvPr id="0" name=""/>
        <dsp:cNvSpPr/>
      </dsp:nvSpPr>
      <dsp:spPr>
        <a:xfrm>
          <a:off x="0" y="0"/>
          <a:ext cx="750262" cy="75026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3D6CC-4B09-4C87-BA77-781F5518E66A}">
      <dsp:nvSpPr>
        <dsp:cNvPr id="0" name=""/>
        <dsp:cNvSpPr/>
      </dsp:nvSpPr>
      <dsp:spPr>
        <a:xfrm>
          <a:off x="375131" y="0"/>
          <a:ext cx="11816869" cy="750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b="1" kern="1200" dirty="0">
              <a:effectLst/>
            </a:rPr>
            <a:t>POC : </a:t>
          </a:r>
          <a:r>
            <a:rPr lang="fr-FR" sz="3200" b="1" kern="1200" dirty="0">
              <a:solidFill>
                <a:schemeClr val="accent2"/>
              </a:solidFill>
              <a:effectLst/>
            </a:rPr>
            <a:t>HRNet(V2)</a:t>
          </a:r>
        </a:p>
      </dsp:txBody>
      <dsp:txXfrm>
        <a:off x="375131" y="0"/>
        <a:ext cx="11816869" cy="75026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126F8-55A4-4913-833C-07833A4C490D}">
      <dsp:nvSpPr>
        <dsp:cNvPr id="0" name=""/>
        <dsp:cNvSpPr/>
      </dsp:nvSpPr>
      <dsp:spPr>
        <a:xfrm>
          <a:off x="0" y="225834"/>
          <a:ext cx="3097142" cy="90000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 dirty="0"/>
            <a:t>Caractéristiques</a:t>
          </a:r>
          <a:endParaRPr lang="fr-FR" sz="2100" b="1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25834"/>
        <a:ext cx="3097142" cy="900004"/>
      </dsp:txXfrm>
    </dsp:sp>
    <dsp:sp modelId="{3C02D451-B0E3-45D9-8C8E-9602662ED4B8}">
      <dsp:nvSpPr>
        <dsp:cNvPr id="0" name=""/>
        <dsp:cNvSpPr/>
      </dsp:nvSpPr>
      <dsp:spPr>
        <a:xfrm>
          <a:off x="0" y="971981"/>
          <a:ext cx="3097142" cy="15599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b="1" kern="1200" dirty="0"/>
            <a:t>Maintien Haute Résolution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fr-FR" sz="1600" b="1" kern="1200" dirty="0"/>
            <a:t> 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b="1" kern="1200" dirty="0"/>
            <a:t>4 Réseaux en parallèles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b="1" kern="1200" dirty="0"/>
            <a:t>Fusion des sous réseaux</a:t>
          </a:r>
        </a:p>
      </dsp:txBody>
      <dsp:txXfrm>
        <a:off x="0" y="971981"/>
        <a:ext cx="3097142" cy="1559996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65D75E-9B9F-4285-8C3C-84022D5D2387}">
      <dsp:nvSpPr>
        <dsp:cNvPr id="0" name=""/>
        <dsp:cNvSpPr/>
      </dsp:nvSpPr>
      <dsp:spPr>
        <a:xfrm>
          <a:off x="0" y="189577"/>
          <a:ext cx="7708739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(a) V1 </a:t>
          </a:r>
          <a:r>
            <a:rPr lang="fr-FR" sz="1600" kern="1200" dirty="0">
              <a:sym typeface="Wingdings" panose="05000000000000000000" pitchFamily="2" charset="2"/>
            </a:rPr>
            <a:t></a:t>
          </a:r>
          <a:r>
            <a:rPr lang="fr-FR" sz="1600" kern="1200" dirty="0"/>
            <a:t> Sortie = Haute Résolution uniquement</a:t>
          </a:r>
        </a:p>
      </dsp:txBody>
      <dsp:txXfrm>
        <a:off x="18734" y="208311"/>
        <a:ext cx="7671271" cy="346292"/>
      </dsp:txXfrm>
    </dsp:sp>
    <dsp:sp modelId="{4FB694B4-42AB-4014-A6F6-EDF4C0E6E213}">
      <dsp:nvSpPr>
        <dsp:cNvPr id="0" name=""/>
        <dsp:cNvSpPr/>
      </dsp:nvSpPr>
      <dsp:spPr>
        <a:xfrm>
          <a:off x="0" y="619418"/>
          <a:ext cx="7708739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(b) V2 </a:t>
          </a:r>
          <a:r>
            <a:rPr lang="fr-FR" sz="1600" kern="1200" dirty="0">
              <a:sym typeface="Wingdings" panose="05000000000000000000" pitchFamily="2" charset="2"/>
            </a:rPr>
            <a:t></a:t>
          </a:r>
          <a:r>
            <a:rPr lang="fr-FR" sz="1600" kern="1200" dirty="0"/>
            <a:t> Sortie = Concaténation des sorties sur-échantillonnées de chaque sous réseaux</a:t>
          </a:r>
        </a:p>
      </dsp:txBody>
      <dsp:txXfrm>
        <a:off x="18734" y="638152"/>
        <a:ext cx="7671271" cy="34629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C999A-B86C-43B5-B8EC-A725977468C4}">
      <dsp:nvSpPr>
        <dsp:cNvPr id="0" name=""/>
        <dsp:cNvSpPr/>
      </dsp:nvSpPr>
      <dsp:spPr>
        <a:xfrm>
          <a:off x="2555646" y="0"/>
          <a:ext cx="4032706" cy="110906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200" kern="1200" dirty="0"/>
            <a:t>Comparaison</a:t>
          </a:r>
          <a:endParaRPr lang="fr-FR" sz="4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110180" y="0"/>
        <a:ext cx="2923639" cy="110906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3A646-1CA6-4A3C-AA8E-0F20250E317A}">
      <dsp:nvSpPr>
        <dsp:cNvPr id="0" name=""/>
        <dsp:cNvSpPr/>
      </dsp:nvSpPr>
      <dsp:spPr>
        <a:xfrm>
          <a:off x="0" y="0"/>
          <a:ext cx="750262" cy="75026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3D6CC-4B09-4C87-BA77-781F5518E66A}">
      <dsp:nvSpPr>
        <dsp:cNvPr id="0" name=""/>
        <dsp:cNvSpPr/>
      </dsp:nvSpPr>
      <dsp:spPr>
        <a:xfrm>
          <a:off x="375131" y="0"/>
          <a:ext cx="11816869" cy="750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b="1" kern="1200" dirty="0">
              <a:solidFill>
                <a:schemeClr val="tx1"/>
              </a:solidFill>
              <a:effectLst/>
            </a:rPr>
            <a:t>POC </a:t>
          </a:r>
          <a:r>
            <a:rPr lang="fr-FR" sz="3200" b="1" kern="1200" dirty="0">
              <a:effectLst/>
            </a:rPr>
            <a:t>: </a:t>
          </a:r>
          <a:r>
            <a:rPr lang="fr-FR" sz="3200" b="1" kern="1200" dirty="0">
              <a:solidFill>
                <a:schemeClr val="accent2"/>
              </a:solidFill>
              <a:effectLst/>
            </a:rPr>
            <a:t>RÉSULTATS</a:t>
          </a:r>
        </a:p>
      </dsp:txBody>
      <dsp:txXfrm>
        <a:off x="375131" y="0"/>
        <a:ext cx="11816869" cy="75026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0665ED-1AF1-4B5D-A761-46B043525F2E}">
      <dsp:nvSpPr>
        <dsp:cNvPr id="0" name=""/>
        <dsp:cNvSpPr/>
      </dsp:nvSpPr>
      <dsp:spPr>
        <a:xfrm>
          <a:off x="0" y="8472"/>
          <a:ext cx="5042591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>
              <a:solidFill>
                <a:schemeClr val="bg1"/>
              </a:solidFill>
            </a:rPr>
            <a:t>RÉSULTATS ET INTERPRÉTATIONS</a:t>
          </a:r>
          <a:r>
            <a:rPr lang="fr-FR" sz="2500" kern="1200" dirty="0"/>
            <a:t> </a:t>
          </a:r>
        </a:p>
      </dsp:txBody>
      <dsp:txXfrm>
        <a:off x="0" y="8472"/>
        <a:ext cx="5042591" cy="806400"/>
      </dsp:txXfrm>
    </dsp:sp>
    <dsp:sp modelId="{6A568C30-FCAF-49EB-9A70-EA0E690F0734}">
      <dsp:nvSpPr>
        <dsp:cNvPr id="0" name=""/>
        <dsp:cNvSpPr/>
      </dsp:nvSpPr>
      <dsp:spPr>
        <a:xfrm>
          <a:off x="0" y="814873"/>
          <a:ext cx="5042591" cy="16140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contourW="3000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b="0" kern="1200" dirty="0"/>
            <a:t>Résultats absolus (</a:t>
          </a:r>
          <a:r>
            <a:rPr lang="fr-FR" sz="2100" b="0" kern="1200" dirty="0" err="1"/>
            <a:t>cf</a:t>
          </a:r>
          <a:r>
            <a:rPr lang="fr-FR" sz="2100" b="0" kern="1200" dirty="0"/>
            <a:t> Annexe)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b="0" kern="1200" dirty="0"/>
            <a:t>Résultats relatifs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b="0" kern="1200" dirty="0"/>
            <a:t>Meilleur score: HRNet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kern="1200" dirty="0" err="1"/>
            <a:t>Rapidité</a:t>
          </a:r>
          <a:r>
            <a:rPr lang="en-US" sz="2100" b="0" kern="1200" dirty="0"/>
            <a:t>: </a:t>
          </a:r>
          <a:r>
            <a:rPr lang="en-US" sz="2100" b="0" kern="1200" dirty="0" err="1"/>
            <a:t>UNet</a:t>
          </a:r>
          <a:endParaRPr lang="fr-FR" sz="2100" b="0" kern="1200" dirty="0"/>
        </a:p>
      </dsp:txBody>
      <dsp:txXfrm>
        <a:off x="0" y="814873"/>
        <a:ext cx="5042591" cy="161406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C999A-B86C-43B5-B8EC-A725977468C4}">
      <dsp:nvSpPr>
        <dsp:cNvPr id="0" name=""/>
        <dsp:cNvSpPr/>
      </dsp:nvSpPr>
      <dsp:spPr>
        <a:xfrm>
          <a:off x="2555646" y="0"/>
          <a:ext cx="4032706" cy="110906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Déploiement</a:t>
          </a:r>
        </a:p>
      </dsp:txBody>
      <dsp:txXfrm>
        <a:off x="3110180" y="0"/>
        <a:ext cx="2923639" cy="1109067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3A646-1CA6-4A3C-AA8E-0F20250E317A}">
      <dsp:nvSpPr>
        <dsp:cNvPr id="0" name=""/>
        <dsp:cNvSpPr/>
      </dsp:nvSpPr>
      <dsp:spPr>
        <a:xfrm>
          <a:off x="0" y="0"/>
          <a:ext cx="750262" cy="75026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3D6CC-4B09-4C87-BA77-781F5518E66A}">
      <dsp:nvSpPr>
        <dsp:cNvPr id="0" name=""/>
        <dsp:cNvSpPr/>
      </dsp:nvSpPr>
      <dsp:spPr>
        <a:xfrm>
          <a:off x="375131" y="0"/>
          <a:ext cx="11816869" cy="7502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b="1" kern="1200" dirty="0">
              <a:solidFill>
                <a:schemeClr val="tx1"/>
              </a:solidFill>
              <a:effectLst/>
            </a:rPr>
            <a:t>DASHBOARD</a:t>
          </a:r>
          <a:r>
            <a:rPr lang="fr-FR" sz="3200" b="1" kern="1200" dirty="0">
              <a:effectLst/>
            </a:rPr>
            <a:t> : </a:t>
          </a:r>
          <a:r>
            <a:rPr lang="fr-FR" sz="3200" b="1" kern="1200" dirty="0">
              <a:solidFill>
                <a:schemeClr val="accent2"/>
              </a:solidFill>
              <a:effectLst/>
            </a:rPr>
            <a:t>DONNÉES + POC</a:t>
          </a:r>
        </a:p>
      </dsp:txBody>
      <dsp:txXfrm>
        <a:off x="375131" y="0"/>
        <a:ext cx="11816869" cy="750262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029BE8-E39D-4815-919A-EFB22C4879A5}">
      <dsp:nvSpPr>
        <dsp:cNvPr id="0" name=""/>
        <dsp:cNvSpPr/>
      </dsp:nvSpPr>
      <dsp:spPr>
        <a:xfrm>
          <a:off x="2555646" y="0"/>
          <a:ext cx="4032706" cy="110906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470" tIns="38735" rIns="0" bIns="38735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1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Synthèse</a:t>
          </a:r>
        </a:p>
      </dsp:txBody>
      <dsp:txXfrm>
        <a:off x="3110180" y="0"/>
        <a:ext cx="2923639" cy="1109067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029BE8-E39D-4815-919A-EFB22C4879A5}">
      <dsp:nvSpPr>
        <dsp:cNvPr id="0" name=""/>
        <dsp:cNvSpPr/>
      </dsp:nvSpPr>
      <dsp:spPr>
        <a:xfrm>
          <a:off x="2555646" y="0"/>
          <a:ext cx="4032706" cy="110906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27940" rIns="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Perspectives</a:t>
          </a:r>
        </a:p>
      </dsp:txBody>
      <dsp:txXfrm>
        <a:off x="3110180" y="0"/>
        <a:ext cx="2923639" cy="1109067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029BE8-E39D-4815-919A-EFB22C4879A5}">
      <dsp:nvSpPr>
        <dsp:cNvPr id="0" name=""/>
        <dsp:cNvSpPr/>
      </dsp:nvSpPr>
      <dsp:spPr>
        <a:xfrm rot="5400000">
          <a:off x="-329278" y="149"/>
          <a:ext cx="5177717" cy="110893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41275" rIns="0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Annexe</a:t>
          </a:r>
        </a:p>
      </dsp:txBody>
      <dsp:txXfrm>
        <a:off x="225191" y="150"/>
        <a:ext cx="4068780" cy="11089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AB9070-91ED-4B85-BF32-EF1285012AF2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DA3AB-69DB-4BE5-BE64-1D4DCCC8FA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815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DA3AB-69DB-4BE5-BE64-1D4DCCC8FA4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9030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DA3AB-69DB-4BE5-BE64-1D4DCCC8FA4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7645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DA3AB-69DB-4BE5-BE64-1D4DCCC8FA4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3642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DA3AB-69DB-4BE5-BE64-1D4DCCC8FA4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327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DA3AB-69DB-4BE5-BE64-1D4DCCC8FA4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414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DA3AB-69DB-4BE5-BE64-1D4DCCC8FA4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9571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DA3AB-69DB-4BE5-BE64-1D4DCCC8FA4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350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DA3AB-69DB-4BE5-BE64-1D4DCCC8FA4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6071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DA3AB-69DB-4BE5-BE64-1D4DCCC8FA4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6665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DA3AB-69DB-4BE5-BE64-1D4DCCC8FA4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7305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DA3AB-69DB-4BE5-BE64-1D4DCCC8FA4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9592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DA3AB-69DB-4BE5-BE64-1D4DCCC8FA4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93229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DA3AB-69DB-4BE5-BE64-1D4DCCC8FA4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711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DA3AB-69DB-4BE5-BE64-1D4DCCC8FA4A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0737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BE56A6-3BAE-431C-BDBC-C1E00C00E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3030B8-2D3F-4F87-9C3D-4CEB77D7A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381B47-2D8A-4CBC-A7D5-973854C96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5AE4D-6B6B-4635-9396-00A789F12AAC}" type="datetime1">
              <a:rPr lang="fr-FR" smtClean="0"/>
              <a:t>26/01/2026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F28AAA-171A-407D-A4E8-C500688FD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5D5D1F-55E1-45DF-847F-9D0DB811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31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056D20-360B-49EC-A394-8CAD57190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536BF6-18AA-436B-88D3-9F654FE41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B26F8F-EA9C-497E-B8EB-9F8423E1D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CCD3-5574-47B4-AF50-D0D05D692ADB}" type="datetime1">
              <a:rPr lang="fr-FR" smtClean="0"/>
              <a:t>26/01/2026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33C7F1-F5F3-466B-8800-162CEBC9C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BBB437-4D76-4C86-95B0-05751952A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789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A2E05-C32D-4725-8AD8-667BC05DB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78CD6B-667B-44F7-8741-C8456D9D2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529538-4ED0-4104-9245-F36E38294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37DB-36BA-4198-8627-AE479DFA5CFA}" type="datetime1">
              <a:rPr lang="fr-FR" smtClean="0"/>
              <a:t>26/01/2026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1D28D3-04EF-461D-80F0-41107EF13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9671A0-390B-495A-A797-860A9D405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50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D182C5-06E1-40A6-8236-74E6A8E45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92F5F1-1E52-4DA7-A1F9-2E47E454F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990E1D3-669F-4915-93E2-E730AF913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4B581A-1F48-4EAA-B81E-BA8EFF6B2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C4CF4-7D18-49EB-8DBA-023D924D5ABF}" type="datetime1">
              <a:rPr lang="fr-FR" smtClean="0"/>
              <a:t>26/01/2026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990333-2A52-4E05-BFDB-5C8F7A2E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539B60-FEE7-4965-86F9-5A2D09E86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335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5E6A6B-0891-43FF-B31D-77C5B96FA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9D3317-7290-4CE7-88F6-819AE1608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F5A7BDA-1C63-4D87-A364-567764C19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656E4B2-06A7-4129-95D9-BB5746C75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9BF9B2F-6B4A-4844-B41F-B187CDFD6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BC057E7-CA56-4B27-94EE-7CEB9CF4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6249-F6B9-4E7B-910B-36E73277CA07}" type="datetime1">
              <a:rPr lang="fr-FR" smtClean="0"/>
              <a:t>26/01/2026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6158D7C-FFE0-4D7A-9A7A-A507A0B49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1364B3E-03B4-494B-AA08-8285025C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8116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AECE4B-8AA7-43AF-8239-9BADBFC6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4CBB6D-D061-4990-B5E2-7189EF760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4FA4-C37B-4989-95A1-5BA187B10CB1}" type="datetime1">
              <a:rPr lang="fr-FR" smtClean="0"/>
              <a:t>26/01/2026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FC019DE-137F-43F5-A686-EAEA70D2C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CBA838-16AE-41CD-ADB0-75746940E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4854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AF68E3-7887-425C-A2A0-6C6796E9D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9485B-E7CD-498A-A83D-CCF29B53FEE4}" type="datetime1">
              <a:rPr lang="fr-FR" smtClean="0"/>
              <a:t>26/01/2026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089A8BA-41F5-4168-B6B6-E036F80FC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0FC0368-C51E-40D7-BCD2-C80F64F2C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712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0E7F11-122B-4378-B114-899C0427F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5A5442-ED2A-4989-AE91-0DBA048DD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92FEAAD-6EC2-4BEE-946C-2EB848A5D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C99B83-E0A8-41C5-83CE-302485F0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7C25-49B9-44AA-BB0E-0E37C33EBEBB}" type="datetime1">
              <a:rPr lang="fr-FR" smtClean="0"/>
              <a:t>26/01/2026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6A4211-313B-463A-A626-FD8D8ECA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C004F6-1E40-47AC-9CAC-3F41B7051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2444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547BCC-1550-4364-9C75-31A3FE7F4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5F236C7-CFE1-4DA6-894A-039DE9A3C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057CBE-5DB9-467A-B503-B682F2E52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7F2470-35D9-4F0E-8AFE-47218A90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FBC3-2017-4D31-BB39-2FA0434C6286}" type="datetime1">
              <a:rPr lang="fr-FR" smtClean="0"/>
              <a:t>26/01/2026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4600A3-9CB6-498E-A78E-71F17FA51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79C952E-8431-4273-97DF-E7A6B40C6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4770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7FD0BC-1925-43A2-BE44-1DCB114B2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C3A38F2-2BA1-4D83-9EB4-0A3698E73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6BD114-C148-4C14-BFAE-8CA186667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7B6FF-DB25-450C-8B8B-A9A6C2049089}" type="datetime1">
              <a:rPr lang="fr-FR" smtClean="0"/>
              <a:t>26/01/2026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7CCB8B-3041-4AAA-BF53-53E21EEE5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B7D057-9181-47F6-AC12-77C32BD57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9773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952DECB-5C11-48A4-9314-D3E3878CAA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7EE953B-E420-42C2-BBAE-B8E001A99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A2FFEF-8964-42C1-9DC8-FF107320D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A31D3-59C7-4280-BA62-2C1B6D206F72}" type="datetime1">
              <a:rPr lang="fr-FR" smtClean="0"/>
              <a:t>26/01/2026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2595D0-F3B3-4924-9BBB-3074BA689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1723DD-BBB4-401E-A504-0BC5AA62D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6631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53000">
              <a:srgbClr val="7030A0"/>
            </a:gs>
            <a:gs pos="84000">
              <a:srgbClr val="00B0F0"/>
            </a:gs>
          </a:gsLst>
          <a:lin ang="2154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D266CCA-2259-46A4-BB34-72B0E14D4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5349CE-CE29-4887-8E45-FA89748D3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37721C-B48D-4E9E-88F9-2D53F1F24B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48800" y="6489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C3D75-3652-47BA-B5C9-EA70677CBD20}" type="datetime1">
              <a:rPr lang="fr-FR" smtClean="0"/>
              <a:t>26/01/2026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6C2392-BC72-4A1F-9CDE-5A41B9665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994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5E0396-F8AF-415F-9E2C-8CA37C647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fld id="{579DC8C2-64BC-4DCC-857C-9A21F8E40C9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8148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13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13" Type="http://schemas.openxmlformats.org/officeDocument/2006/relationships/image" Target="../media/image3.jpe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Relationship Id="rId1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13" Type="http://schemas.openxmlformats.org/officeDocument/2006/relationships/diagramData" Target="../diagrams/data10.xml"/><Relationship Id="rId18" Type="http://schemas.openxmlformats.org/officeDocument/2006/relationships/image" Target="../media/image5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microsoft.com/office/2007/relationships/diagramDrawing" Target="../diagrams/drawing9.xml"/><Relationship Id="rId17" Type="http://schemas.microsoft.com/office/2007/relationships/diagramDrawing" Target="../diagrams/drawing10.xml"/><Relationship Id="rId2" Type="http://schemas.openxmlformats.org/officeDocument/2006/relationships/notesSlide" Target="../notesSlides/notesSlide5.xml"/><Relationship Id="rId16" Type="http://schemas.openxmlformats.org/officeDocument/2006/relationships/diagramColors" Target="../diagrams/colors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diagramColors" Target="../diagrams/colors9.xml"/><Relationship Id="rId5" Type="http://schemas.openxmlformats.org/officeDocument/2006/relationships/diagramQuickStyle" Target="../diagrams/quickStyle8.xml"/><Relationship Id="rId15" Type="http://schemas.openxmlformats.org/officeDocument/2006/relationships/diagramQuickStyle" Target="../diagrams/quickStyle10.xml"/><Relationship Id="rId10" Type="http://schemas.openxmlformats.org/officeDocument/2006/relationships/diagramQuickStyle" Target="../diagrams/quickStyle9.xml"/><Relationship Id="rId19" Type="http://schemas.openxmlformats.org/officeDocument/2006/relationships/image" Target="../media/image6.png"/><Relationship Id="rId4" Type="http://schemas.openxmlformats.org/officeDocument/2006/relationships/diagramLayout" Target="../diagrams/layout8.xml"/><Relationship Id="rId9" Type="http://schemas.openxmlformats.org/officeDocument/2006/relationships/diagramLayout" Target="../diagrams/layout9.xml"/><Relationship Id="rId14" Type="http://schemas.openxmlformats.org/officeDocument/2006/relationships/diagramLayout" Target="../diagrams/layout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2.xml"/><Relationship Id="rId13" Type="http://schemas.openxmlformats.org/officeDocument/2006/relationships/diagramData" Target="../diagrams/data13.xml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microsoft.com/office/2007/relationships/diagramDrawing" Target="../diagrams/drawing12.xml"/><Relationship Id="rId17" Type="http://schemas.microsoft.com/office/2007/relationships/diagramDrawing" Target="../diagrams/drawing13.xml"/><Relationship Id="rId2" Type="http://schemas.openxmlformats.org/officeDocument/2006/relationships/notesSlide" Target="../notesSlides/notesSlide6.xml"/><Relationship Id="rId16" Type="http://schemas.openxmlformats.org/officeDocument/2006/relationships/diagramColors" Target="../diagrams/colors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11" Type="http://schemas.openxmlformats.org/officeDocument/2006/relationships/diagramColors" Target="../diagrams/colors12.xml"/><Relationship Id="rId5" Type="http://schemas.openxmlformats.org/officeDocument/2006/relationships/diagramQuickStyle" Target="../diagrams/quickStyle11.xml"/><Relationship Id="rId15" Type="http://schemas.openxmlformats.org/officeDocument/2006/relationships/diagramQuickStyle" Target="../diagrams/quickStyle13.xml"/><Relationship Id="rId10" Type="http://schemas.openxmlformats.org/officeDocument/2006/relationships/diagramQuickStyle" Target="../diagrams/quickStyle12.xml"/><Relationship Id="rId4" Type="http://schemas.openxmlformats.org/officeDocument/2006/relationships/diagramLayout" Target="../diagrams/layout11.xml"/><Relationship Id="rId9" Type="http://schemas.openxmlformats.org/officeDocument/2006/relationships/diagramLayout" Target="../diagrams/layout12.xml"/><Relationship Id="rId14" Type="http://schemas.openxmlformats.org/officeDocument/2006/relationships/diagramLayout" Target="../diagrams/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5.xml"/><Relationship Id="rId13" Type="http://schemas.openxmlformats.org/officeDocument/2006/relationships/image" Target="../media/image7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12" Type="http://schemas.microsoft.com/office/2007/relationships/diagramDrawing" Target="../diagrams/drawing15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11" Type="http://schemas.openxmlformats.org/officeDocument/2006/relationships/diagramColors" Target="../diagrams/colors15.xml"/><Relationship Id="rId5" Type="http://schemas.openxmlformats.org/officeDocument/2006/relationships/diagramQuickStyle" Target="../diagrams/quickStyle14.xml"/><Relationship Id="rId15" Type="http://schemas.openxmlformats.org/officeDocument/2006/relationships/image" Target="../media/image9.png"/><Relationship Id="rId10" Type="http://schemas.openxmlformats.org/officeDocument/2006/relationships/diagramQuickStyle" Target="../diagrams/quickStyle15.xml"/><Relationship Id="rId4" Type="http://schemas.openxmlformats.org/officeDocument/2006/relationships/diagramLayout" Target="../diagrams/layout14.xml"/><Relationship Id="rId9" Type="http://schemas.openxmlformats.org/officeDocument/2006/relationships/diagramLayout" Target="../diagrams/layout15.xml"/><Relationship Id="rId1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7.xml"/><Relationship Id="rId13" Type="http://schemas.openxmlformats.org/officeDocument/2006/relationships/image" Target="../media/image11.png"/><Relationship Id="rId18" Type="http://schemas.openxmlformats.org/officeDocument/2006/relationships/diagramColors" Target="../diagrams/colors18.xml"/><Relationship Id="rId3" Type="http://schemas.openxmlformats.org/officeDocument/2006/relationships/diagramData" Target="../diagrams/data16.xml"/><Relationship Id="rId21" Type="http://schemas.openxmlformats.org/officeDocument/2006/relationships/diagramLayout" Target="../diagrams/layout19.xml"/><Relationship Id="rId7" Type="http://schemas.microsoft.com/office/2007/relationships/diagramDrawing" Target="../diagrams/drawing16.xml"/><Relationship Id="rId12" Type="http://schemas.microsoft.com/office/2007/relationships/diagramDrawing" Target="../diagrams/drawing17.xml"/><Relationship Id="rId17" Type="http://schemas.openxmlformats.org/officeDocument/2006/relationships/diagramQuickStyle" Target="../diagrams/quickStyle18.xml"/><Relationship Id="rId2" Type="http://schemas.openxmlformats.org/officeDocument/2006/relationships/notesSlide" Target="../notesSlides/notesSlide8.xml"/><Relationship Id="rId16" Type="http://schemas.openxmlformats.org/officeDocument/2006/relationships/diagramLayout" Target="../diagrams/layout18.xml"/><Relationship Id="rId20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11" Type="http://schemas.openxmlformats.org/officeDocument/2006/relationships/diagramColors" Target="../diagrams/colors17.xml"/><Relationship Id="rId24" Type="http://schemas.microsoft.com/office/2007/relationships/diagramDrawing" Target="../diagrams/drawing19.xml"/><Relationship Id="rId5" Type="http://schemas.openxmlformats.org/officeDocument/2006/relationships/diagramQuickStyle" Target="../diagrams/quickStyle16.xml"/><Relationship Id="rId15" Type="http://schemas.openxmlformats.org/officeDocument/2006/relationships/diagramData" Target="../diagrams/data18.xml"/><Relationship Id="rId23" Type="http://schemas.openxmlformats.org/officeDocument/2006/relationships/diagramColors" Target="../diagrams/colors19.xml"/><Relationship Id="rId10" Type="http://schemas.openxmlformats.org/officeDocument/2006/relationships/diagramQuickStyle" Target="../diagrams/quickStyle17.xml"/><Relationship Id="rId19" Type="http://schemas.microsoft.com/office/2007/relationships/diagramDrawing" Target="../diagrams/drawing18.xml"/><Relationship Id="rId4" Type="http://schemas.openxmlformats.org/officeDocument/2006/relationships/diagramLayout" Target="../diagrams/layout16.xml"/><Relationship Id="rId9" Type="http://schemas.openxmlformats.org/officeDocument/2006/relationships/diagramLayout" Target="../diagrams/layout17.xml"/><Relationship Id="rId14" Type="http://schemas.openxmlformats.org/officeDocument/2006/relationships/image" Target="../media/image12.png"/><Relationship Id="rId22" Type="http://schemas.openxmlformats.org/officeDocument/2006/relationships/diagramQuickStyle" Target="../diagrams/quickStyle1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1.xml"/><Relationship Id="rId13" Type="http://schemas.openxmlformats.org/officeDocument/2006/relationships/image" Target="../media/image13.png"/><Relationship Id="rId18" Type="http://schemas.microsoft.com/office/2007/relationships/diagramDrawing" Target="../diagrams/drawing22.xml"/><Relationship Id="rId3" Type="http://schemas.openxmlformats.org/officeDocument/2006/relationships/diagramData" Target="../diagrams/data20.xml"/><Relationship Id="rId21" Type="http://schemas.openxmlformats.org/officeDocument/2006/relationships/image" Target="../media/image16.png"/><Relationship Id="rId7" Type="http://schemas.microsoft.com/office/2007/relationships/diagramDrawing" Target="../diagrams/drawing20.xml"/><Relationship Id="rId12" Type="http://schemas.microsoft.com/office/2007/relationships/diagramDrawing" Target="../diagrams/drawing21.xml"/><Relationship Id="rId17" Type="http://schemas.openxmlformats.org/officeDocument/2006/relationships/diagramColors" Target="../diagrams/colors22.xml"/><Relationship Id="rId2" Type="http://schemas.openxmlformats.org/officeDocument/2006/relationships/notesSlide" Target="../notesSlides/notesSlide9.xml"/><Relationship Id="rId16" Type="http://schemas.openxmlformats.org/officeDocument/2006/relationships/diagramQuickStyle" Target="../diagrams/quickStyle22.xml"/><Relationship Id="rId20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11" Type="http://schemas.openxmlformats.org/officeDocument/2006/relationships/diagramColors" Target="../diagrams/colors21.xml"/><Relationship Id="rId5" Type="http://schemas.openxmlformats.org/officeDocument/2006/relationships/diagramQuickStyle" Target="../diagrams/quickStyle20.xml"/><Relationship Id="rId15" Type="http://schemas.openxmlformats.org/officeDocument/2006/relationships/diagramLayout" Target="../diagrams/layout22.xml"/><Relationship Id="rId23" Type="http://schemas.openxmlformats.org/officeDocument/2006/relationships/image" Target="../media/image18.png"/><Relationship Id="rId10" Type="http://schemas.openxmlformats.org/officeDocument/2006/relationships/diagramQuickStyle" Target="../diagrams/quickStyle21.xml"/><Relationship Id="rId19" Type="http://schemas.openxmlformats.org/officeDocument/2006/relationships/image" Target="../media/image14.png"/><Relationship Id="rId4" Type="http://schemas.openxmlformats.org/officeDocument/2006/relationships/diagramLayout" Target="../diagrams/layout20.xml"/><Relationship Id="rId9" Type="http://schemas.openxmlformats.org/officeDocument/2006/relationships/diagramLayout" Target="../diagrams/layout21.xml"/><Relationship Id="rId14" Type="http://schemas.openxmlformats.org/officeDocument/2006/relationships/diagramData" Target="../diagrams/data22.xml"/><Relationship Id="rId22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4.xml"/><Relationship Id="rId13" Type="http://schemas.openxmlformats.org/officeDocument/2006/relationships/image" Target="../media/image19.png"/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12" Type="http://schemas.microsoft.com/office/2007/relationships/diagramDrawing" Target="../diagrams/drawing24.xml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11" Type="http://schemas.openxmlformats.org/officeDocument/2006/relationships/diagramColors" Target="../diagrams/colors24.xml"/><Relationship Id="rId5" Type="http://schemas.openxmlformats.org/officeDocument/2006/relationships/diagramQuickStyle" Target="../diagrams/quickStyle23.xml"/><Relationship Id="rId15" Type="http://schemas.openxmlformats.org/officeDocument/2006/relationships/hyperlink" Target="https://carresupport.com/streamlit/" TargetMode="External"/><Relationship Id="rId10" Type="http://schemas.openxmlformats.org/officeDocument/2006/relationships/diagramQuickStyle" Target="../diagrams/quickStyle24.xml"/><Relationship Id="rId4" Type="http://schemas.openxmlformats.org/officeDocument/2006/relationships/diagramLayout" Target="../diagrams/layout23.xml"/><Relationship Id="rId9" Type="http://schemas.openxmlformats.org/officeDocument/2006/relationships/diagramLayout" Target="../diagrams/layout24.xml"/><Relationship Id="rId1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7.xml"/><Relationship Id="rId3" Type="http://schemas.openxmlformats.org/officeDocument/2006/relationships/image" Target="../media/image22.png"/><Relationship Id="rId7" Type="http://schemas.openxmlformats.org/officeDocument/2006/relationships/diagramColors" Target="../diagrams/colors2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7.xml"/><Relationship Id="rId5" Type="http://schemas.openxmlformats.org/officeDocument/2006/relationships/diagramLayout" Target="../diagrams/layout27.xml"/><Relationship Id="rId4" Type="http://schemas.openxmlformats.org/officeDocument/2006/relationships/diagramData" Target="../diagrams/data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44E98C-AAF8-4567-8169-881792467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1</a:t>
            </a:fld>
            <a:endParaRPr lang="fr-FR"/>
          </a:p>
        </p:txBody>
      </p:sp>
      <p:graphicFrame>
        <p:nvGraphicFramePr>
          <p:cNvPr id="12" name="Diagramme 11">
            <a:extLst>
              <a:ext uri="{FF2B5EF4-FFF2-40B4-BE49-F238E27FC236}">
                <a16:creationId xmlns:a16="http://schemas.microsoft.com/office/drawing/2014/main" id="{033BFBF0-2313-43D5-82D7-719244F48B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0406942"/>
              </p:ext>
            </p:extLst>
          </p:nvPr>
        </p:nvGraphicFramePr>
        <p:xfrm>
          <a:off x="3525954" y="1488636"/>
          <a:ext cx="8445911" cy="3700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6D52E6AC-4D83-4A4D-B84E-2E96E575FF67}"/>
              </a:ext>
            </a:extLst>
          </p:cNvPr>
          <p:cNvCxnSpPr/>
          <p:nvPr/>
        </p:nvCxnSpPr>
        <p:spPr>
          <a:xfrm>
            <a:off x="3693104" y="4318698"/>
            <a:ext cx="807228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031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DFFA5E18-87E0-4E1A-9328-25988A792E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7498643"/>
              </p:ext>
            </p:extLst>
          </p:nvPr>
        </p:nvGraphicFramePr>
        <p:xfrm>
          <a:off x="1419589" y="35019"/>
          <a:ext cx="9144000" cy="110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7E576083-0F36-4A4C-A648-B954D4ABFC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7146010"/>
              </p:ext>
            </p:extLst>
          </p:nvPr>
        </p:nvGraphicFramePr>
        <p:xfrm>
          <a:off x="874022" y="1313970"/>
          <a:ext cx="9589675" cy="5271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26589E0-AD3E-4FB9-84F4-8B9708C9E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6317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me 15">
            <a:extLst>
              <a:ext uri="{FF2B5EF4-FFF2-40B4-BE49-F238E27FC236}">
                <a16:creationId xmlns:a16="http://schemas.microsoft.com/office/drawing/2014/main" id="{24172A4D-EA93-4982-B793-C8D369FA8F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5856005"/>
              </p:ext>
            </p:extLst>
          </p:nvPr>
        </p:nvGraphicFramePr>
        <p:xfrm>
          <a:off x="562708" y="1160585"/>
          <a:ext cx="10468708" cy="5683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DFFA5E18-87E0-4E1A-9328-25988A792E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8501939"/>
              </p:ext>
            </p:extLst>
          </p:nvPr>
        </p:nvGraphicFramePr>
        <p:xfrm>
          <a:off x="1419589" y="23293"/>
          <a:ext cx="9144000" cy="110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26589E0-AD3E-4FB9-84F4-8B9708C9E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fld id="{579DC8C2-64BC-4DCC-857C-9A21F8E40C9C}" type="slidenum">
              <a:rPr lang="fr-FR" smtClean="0"/>
              <a:pPr/>
              <a:t>3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9FBA539-792E-92EA-DFA0-651760F20AE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520" y="2559378"/>
            <a:ext cx="3041084" cy="59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943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260086-088C-4F08-86A6-AD737203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4</a:t>
            </a:fld>
            <a:endParaRPr lang="fr-FR" dirty="0"/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B1E06EFC-3E92-4E98-90FC-6A0049C051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880795"/>
              </p:ext>
            </p:extLst>
          </p:nvPr>
        </p:nvGraphicFramePr>
        <p:xfrm>
          <a:off x="1419589" y="35019"/>
          <a:ext cx="9144000" cy="110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4691F4EE-ADF9-46AB-A0EF-E6CDA1E46A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4433784"/>
              </p:ext>
            </p:extLst>
          </p:nvPr>
        </p:nvGraphicFramePr>
        <p:xfrm>
          <a:off x="0" y="1203359"/>
          <a:ext cx="12192000" cy="748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925A2A1-10B7-0328-6059-D38FC1FA5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53" y="2494341"/>
            <a:ext cx="3641186" cy="143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FC284DC-54CA-2872-1522-DC4135B4C848}"/>
              </a:ext>
            </a:extLst>
          </p:cNvPr>
          <p:cNvSpPr txBox="1"/>
          <p:nvPr/>
        </p:nvSpPr>
        <p:spPr>
          <a:xfrm>
            <a:off x="934944" y="3980211"/>
            <a:ext cx="356640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700" dirty="0"/>
              <a:t>Source: https://qph.cf2.quoracdn.net/main-qimg-bad440ad33003a759d88dad3612c978a-lq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DDBCF6A-4C97-74C7-4448-B4BF2BBF2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513" y="2494341"/>
            <a:ext cx="5644803" cy="3177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B82E6BC-064E-C1CD-25EF-9FE7509DAB7D}"/>
              </a:ext>
            </a:extLst>
          </p:cNvPr>
          <p:cNvSpPr txBox="1"/>
          <p:nvPr/>
        </p:nvSpPr>
        <p:spPr>
          <a:xfrm>
            <a:off x="6638589" y="5706937"/>
            <a:ext cx="377664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700" dirty="0"/>
              <a:t>Source: https://149695847.v2.pressablecdn.com/wp-content/uploads/2019/02/deeplearning.jpg</a:t>
            </a:r>
          </a:p>
        </p:txBody>
      </p:sp>
      <p:sp>
        <p:nvSpPr>
          <p:cNvPr id="9" name="Flèche : virage 8">
            <a:extLst>
              <a:ext uri="{FF2B5EF4-FFF2-40B4-BE49-F238E27FC236}">
                <a16:creationId xmlns:a16="http://schemas.microsoft.com/office/drawing/2014/main" id="{097D897F-9512-92C5-163F-ACAA98FDCDE4}"/>
              </a:ext>
            </a:extLst>
          </p:cNvPr>
          <p:cNvSpPr/>
          <p:nvPr/>
        </p:nvSpPr>
        <p:spPr>
          <a:xfrm rot="10800000" flipH="1">
            <a:off x="3818963" y="4233936"/>
            <a:ext cx="1751960" cy="1168358"/>
          </a:xfrm>
          <a:prstGeom prst="bentArrow">
            <a:avLst>
              <a:gd name="adj1" fmla="val 25000"/>
              <a:gd name="adj2" fmla="val 31208"/>
              <a:gd name="adj3" fmla="val 25000"/>
              <a:gd name="adj4" fmla="val 23260"/>
            </a:avLst>
          </a:prstGeom>
          <a:solidFill>
            <a:schemeClr val="accent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angl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" name="Bulle narrative : rectangle à coins arrondis 9">
            <a:extLst>
              <a:ext uri="{FF2B5EF4-FFF2-40B4-BE49-F238E27FC236}">
                <a16:creationId xmlns:a16="http://schemas.microsoft.com/office/drawing/2014/main" id="{C4F8EF18-D2FA-6CFB-1E39-48F93D2F14F5}"/>
              </a:ext>
            </a:extLst>
          </p:cNvPr>
          <p:cNvSpPr/>
          <p:nvPr/>
        </p:nvSpPr>
        <p:spPr>
          <a:xfrm>
            <a:off x="745352" y="2151529"/>
            <a:ext cx="10842170" cy="3755463"/>
          </a:xfrm>
          <a:prstGeom prst="wedgeRoundRectCallout">
            <a:avLst>
              <a:gd name="adj1" fmla="val -20568"/>
              <a:gd name="adj2" fmla="val 59162"/>
              <a:gd name="adj3" fmla="val 16667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BF5337-9B00-9972-68FA-DD9BFE0B51B4}"/>
              </a:ext>
            </a:extLst>
          </p:cNvPr>
          <p:cNvSpPr/>
          <p:nvPr/>
        </p:nvSpPr>
        <p:spPr>
          <a:xfrm>
            <a:off x="2469318" y="6262673"/>
            <a:ext cx="3006400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500" b="1" cap="none" spc="0" dirty="0">
                <a:ln w="0"/>
                <a:gradFill>
                  <a:gsLst>
                    <a:gs pos="0">
                      <a:schemeClr val="bg1"/>
                    </a:gs>
                    <a:gs pos="100000">
                      <a:srgbClr val="C5C7CA"/>
                    </a:gs>
                  </a:gsLst>
                  <a:lin ang="5400000"/>
                </a:gradFill>
                <a:effectLst/>
              </a:rPr>
              <a:t>Vision par </a:t>
            </a:r>
            <a:r>
              <a:rPr lang="fr-FR" sz="2500" b="1" cap="none" spc="0" dirty="0">
                <a:ln w="0"/>
                <a:gradFill>
                  <a:gsLst>
                    <a:gs pos="0">
                      <a:srgbClr val="53575C"/>
                    </a:gs>
                    <a:gs pos="100000">
                      <a:schemeClr val="bg1"/>
                    </a:gs>
                  </a:gsLst>
                  <a:lin ang="5400000"/>
                </a:gradFill>
                <a:effectLst/>
              </a:rPr>
              <a:t>ordinateur</a:t>
            </a:r>
          </a:p>
        </p:txBody>
      </p:sp>
    </p:spTree>
    <p:extLst>
      <p:ext uri="{BB962C8B-B14F-4D97-AF65-F5344CB8AC3E}">
        <p14:creationId xmlns:p14="http://schemas.microsoft.com/office/powerpoint/2010/main" val="3825110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260086-088C-4F08-86A6-AD737203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5</a:t>
            </a:fld>
            <a:endParaRPr lang="fr-FR" dirty="0"/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B1E06EFC-3E92-4E98-90FC-6A0049C051BD}"/>
              </a:ext>
            </a:extLst>
          </p:cNvPr>
          <p:cNvGraphicFramePr/>
          <p:nvPr/>
        </p:nvGraphicFramePr>
        <p:xfrm>
          <a:off x="1419589" y="35019"/>
          <a:ext cx="9144000" cy="110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4691F4EE-ADF9-46AB-A0EF-E6CDA1E46A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16648"/>
              </p:ext>
            </p:extLst>
          </p:nvPr>
        </p:nvGraphicFramePr>
        <p:xfrm>
          <a:off x="0" y="1203359"/>
          <a:ext cx="12192000" cy="748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3" name="Diagramme 12">
            <a:extLst>
              <a:ext uri="{FF2B5EF4-FFF2-40B4-BE49-F238E27FC236}">
                <a16:creationId xmlns:a16="http://schemas.microsoft.com/office/drawing/2014/main" id="{D63455CA-C126-A5D1-F730-59A7AF1192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4619529"/>
              </p:ext>
            </p:extLst>
          </p:nvPr>
        </p:nvGraphicFramePr>
        <p:xfrm>
          <a:off x="797748" y="2568962"/>
          <a:ext cx="5679251" cy="33353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pic>
        <p:nvPicPr>
          <p:cNvPr id="15" name="Image 14">
            <a:extLst>
              <a:ext uri="{FF2B5EF4-FFF2-40B4-BE49-F238E27FC236}">
                <a16:creationId xmlns:a16="http://schemas.microsoft.com/office/drawing/2014/main" id="{00F5C817-8497-9638-E419-F954F3143E0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96960" y="2375987"/>
            <a:ext cx="3114675" cy="156210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7173688-4F2B-190F-537F-21AC0D7E768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96960" y="4515901"/>
            <a:ext cx="3124200" cy="1590675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51B11EBB-F8F5-BE47-32AB-6580F63254F0}"/>
              </a:ext>
            </a:extLst>
          </p:cNvPr>
          <p:cNvSpPr txBox="1"/>
          <p:nvPr/>
        </p:nvSpPr>
        <p:spPr>
          <a:xfrm>
            <a:off x="8690643" y="3938087"/>
            <a:ext cx="971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solidFill>
                  <a:schemeClr val="bg1"/>
                </a:solidFill>
              </a:rPr>
              <a:t>Image réelle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0667699-552B-B4ED-66DF-31A71088B6A9}"/>
              </a:ext>
            </a:extLst>
          </p:cNvPr>
          <p:cNvSpPr txBox="1"/>
          <p:nvPr/>
        </p:nvSpPr>
        <p:spPr>
          <a:xfrm>
            <a:off x="8382167" y="6140612"/>
            <a:ext cx="17442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solidFill>
                  <a:schemeClr val="bg1"/>
                </a:solidFill>
              </a:rPr>
              <a:t>Ground Truth (30 labels)</a:t>
            </a:r>
          </a:p>
        </p:txBody>
      </p:sp>
    </p:spTree>
    <p:extLst>
      <p:ext uri="{BB962C8B-B14F-4D97-AF65-F5344CB8AC3E}">
        <p14:creationId xmlns:p14="http://schemas.microsoft.com/office/powerpoint/2010/main" val="1480795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260086-088C-4F08-86A6-AD737203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6</a:t>
            </a:fld>
            <a:endParaRPr lang="fr-FR" dirty="0"/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B1E06EFC-3E92-4E98-90FC-6A0049C051BD}"/>
              </a:ext>
            </a:extLst>
          </p:cNvPr>
          <p:cNvGraphicFramePr/>
          <p:nvPr/>
        </p:nvGraphicFramePr>
        <p:xfrm>
          <a:off x="1419589" y="35019"/>
          <a:ext cx="9144000" cy="110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4691F4EE-ADF9-46AB-A0EF-E6CDA1E46A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9603570"/>
              </p:ext>
            </p:extLst>
          </p:nvPr>
        </p:nvGraphicFramePr>
        <p:xfrm>
          <a:off x="0" y="1203359"/>
          <a:ext cx="12192000" cy="748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6604FFB4-1DAD-398A-2089-455EA58743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6422795"/>
              </p:ext>
            </p:extLst>
          </p:nvPr>
        </p:nvGraphicFramePr>
        <p:xfrm>
          <a:off x="215152" y="1959866"/>
          <a:ext cx="10788383" cy="48631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3750753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260086-088C-4F08-86A6-AD737203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7</a:t>
            </a:fld>
            <a:endParaRPr lang="fr-FR"/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B1E06EFC-3E92-4E98-90FC-6A0049C051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6128793"/>
              </p:ext>
            </p:extLst>
          </p:nvPr>
        </p:nvGraphicFramePr>
        <p:xfrm>
          <a:off x="1419589" y="35019"/>
          <a:ext cx="9144000" cy="110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4691F4EE-ADF9-46AB-A0EF-E6CDA1E46A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4117112"/>
              </p:ext>
            </p:extLst>
          </p:nvPr>
        </p:nvGraphicFramePr>
        <p:xfrm>
          <a:off x="0" y="1209604"/>
          <a:ext cx="12192000" cy="750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2056" name="Picture 8">
            <a:extLst>
              <a:ext uri="{FF2B5EF4-FFF2-40B4-BE49-F238E27FC236}">
                <a16:creationId xmlns:a16="http://schemas.microsoft.com/office/drawing/2014/main" id="{A7817AC6-B961-D2F4-C1EB-075A0724E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65" y="2205124"/>
            <a:ext cx="3932050" cy="241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C234EE-F5BF-ECCA-D09C-77AF96845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80" y="2159921"/>
            <a:ext cx="5119307" cy="178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165945DA-DAB2-3044-050D-E956263BCBF6}"/>
              </a:ext>
            </a:extLst>
          </p:cNvPr>
          <p:cNvSpPr txBox="1"/>
          <p:nvPr/>
        </p:nvSpPr>
        <p:spPr>
          <a:xfrm>
            <a:off x="789858" y="1959866"/>
            <a:ext cx="46037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700" dirty="0"/>
              <a:t>Source: https://divamgupta.com/image-segmentation/2019/06/06/deep-learning-semantic-segmentation-keras.html</a:t>
            </a: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9DDB9854-D279-2128-1E41-A83EDF753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35" y="4523057"/>
            <a:ext cx="4523241" cy="2149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03A530F4-724E-2C1D-B844-7481E037D71C}"/>
              </a:ext>
            </a:extLst>
          </p:cNvPr>
          <p:cNvSpPr txBox="1"/>
          <p:nvPr/>
        </p:nvSpPr>
        <p:spPr>
          <a:xfrm>
            <a:off x="532080" y="6687966"/>
            <a:ext cx="46037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700" dirty="0"/>
              <a:t>Source: https://divamgupta.com/image-segmentation/2019/06/06/deep-learning-semantic-segmentation-keras.html</a:t>
            </a:r>
          </a:p>
        </p:txBody>
      </p:sp>
      <p:sp>
        <p:nvSpPr>
          <p:cNvPr id="16" name="Flèche : droite rayée 15">
            <a:extLst>
              <a:ext uri="{FF2B5EF4-FFF2-40B4-BE49-F238E27FC236}">
                <a16:creationId xmlns:a16="http://schemas.microsoft.com/office/drawing/2014/main" id="{377088E8-A72C-2A97-E3DB-2A69573A93C3}"/>
              </a:ext>
            </a:extLst>
          </p:cNvPr>
          <p:cNvSpPr/>
          <p:nvPr/>
        </p:nvSpPr>
        <p:spPr>
          <a:xfrm>
            <a:off x="5546415" y="4392059"/>
            <a:ext cx="1405466" cy="1109133"/>
          </a:xfrm>
          <a:prstGeom prst="stripedRightArrow">
            <a:avLst/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Flèche : droite rayée 16">
            <a:extLst>
              <a:ext uri="{FF2B5EF4-FFF2-40B4-BE49-F238E27FC236}">
                <a16:creationId xmlns:a16="http://schemas.microsoft.com/office/drawing/2014/main" id="{A846AAAF-6E28-2AE5-8863-80153CBE9B9C}"/>
              </a:ext>
            </a:extLst>
          </p:cNvPr>
          <p:cNvSpPr/>
          <p:nvPr/>
        </p:nvSpPr>
        <p:spPr>
          <a:xfrm rot="6671996">
            <a:off x="1511157" y="4021422"/>
            <a:ext cx="731222" cy="581947"/>
          </a:xfrm>
          <a:prstGeom prst="stripedRightArrow">
            <a:avLst/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DB33B791-6E87-2552-A9FA-7F2623A82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165" y="5055618"/>
            <a:ext cx="3658160" cy="156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F37B4BD-61F7-6489-65AB-FC35DEFEC241}"/>
              </a:ext>
            </a:extLst>
          </p:cNvPr>
          <p:cNvSpPr/>
          <p:nvPr/>
        </p:nvSpPr>
        <p:spPr>
          <a:xfrm>
            <a:off x="3348658" y="2205124"/>
            <a:ext cx="806992" cy="4154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2100" b="1" cap="none" spc="0" dirty="0">
                <a:ln w="0"/>
                <a:effectLst/>
              </a:rPr>
              <a:t>CNN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FA0826-398E-0250-BD69-54AA37B260DF}"/>
              </a:ext>
            </a:extLst>
          </p:cNvPr>
          <p:cNvSpPr/>
          <p:nvPr/>
        </p:nvSpPr>
        <p:spPr>
          <a:xfrm>
            <a:off x="8736694" y="4616396"/>
            <a:ext cx="806992" cy="4154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2100" b="1" cap="none" spc="0" dirty="0" err="1">
                <a:ln w="0"/>
                <a:solidFill>
                  <a:schemeClr val="bg1"/>
                </a:solidFill>
                <a:effectLst/>
              </a:rPr>
              <a:t>UNet</a:t>
            </a:r>
            <a:endParaRPr lang="fr-FR" sz="2100" b="1" cap="none" spc="0" dirty="0">
              <a:ln w="0"/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64356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260086-088C-4F08-86A6-AD737203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8</a:t>
            </a:fld>
            <a:endParaRPr lang="fr-FR"/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B1E06EFC-3E92-4E98-90FC-6A0049C051BD}"/>
              </a:ext>
            </a:extLst>
          </p:cNvPr>
          <p:cNvGraphicFramePr/>
          <p:nvPr/>
        </p:nvGraphicFramePr>
        <p:xfrm>
          <a:off x="1419589" y="35019"/>
          <a:ext cx="9144000" cy="110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4691F4EE-ADF9-46AB-A0EF-E6CDA1E46A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2399605"/>
              </p:ext>
            </p:extLst>
          </p:nvPr>
        </p:nvGraphicFramePr>
        <p:xfrm>
          <a:off x="0" y="1209604"/>
          <a:ext cx="12192000" cy="750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4FF59620-CDF5-31E7-DDAC-BCAD3E1F62D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7088" y="2876255"/>
            <a:ext cx="7011324" cy="119275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A85ACD1-35A5-EF2B-3F86-84650B6D71E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7087" y="5118483"/>
            <a:ext cx="3632477" cy="128500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9B4C3ED-A0E4-23ED-A94B-233C8CC3B35F}"/>
              </a:ext>
            </a:extLst>
          </p:cNvPr>
          <p:cNvSpPr/>
          <p:nvPr/>
        </p:nvSpPr>
        <p:spPr>
          <a:xfrm>
            <a:off x="2474657" y="2391737"/>
            <a:ext cx="2876186" cy="4154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2100" b="1" cap="none" spc="0" dirty="0">
                <a:ln w="0"/>
                <a:solidFill>
                  <a:schemeClr val="bg1"/>
                </a:solidFill>
                <a:effectLst/>
              </a:rPr>
              <a:t>Architecture Générale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B306CF-C864-1EAE-1F4C-397D414A99CB}"/>
              </a:ext>
            </a:extLst>
          </p:cNvPr>
          <p:cNvSpPr/>
          <p:nvPr/>
        </p:nvSpPr>
        <p:spPr>
          <a:xfrm>
            <a:off x="785232" y="4664992"/>
            <a:ext cx="2876186" cy="4154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2100" b="1" cap="none" spc="0" dirty="0">
                <a:ln w="0"/>
                <a:solidFill>
                  <a:schemeClr val="bg1"/>
                </a:solidFill>
                <a:effectLst/>
              </a:rPr>
              <a:t>V1 / V2</a:t>
            </a:r>
          </a:p>
        </p:txBody>
      </p:sp>
      <p:graphicFrame>
        <p:nvGraphicFramePr>
          <p:cNvPr id="13" name="Diagramme 12">
            <a:extLst>
              <a:ext uri="{FF2B5EF4-FFF2-40B4-BE49-F238E27FC236}">
                <a16:creationId xmlns:a16="http://schemas.microsoft.com/office/drawing/2014/main" id="{AC94162D-F2F3-16DD-744E-323C99FDAC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9493275"/>
              </p:ext>
            </p:extLst>
          </p:nvPr>
        </p:nvGraphicFramePr>
        <p:xfrm>
          <a:off x="7928622" y="2160916"/>
          <a:ext cx="3097142" cy="259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graphicFrame>
        <p:nvGraphicFramePr>
          <p:cNvPr id="15" name="Diagramme 14">
            <a:extLst>
              <a:ext uri="{FF2B5EF4-FFF2-40B4-BE49-F238E27FC236}">
                <a16:creationId xmlns:a16="http://schemas.microsoft.com/office/drawing/2014/main" id="{ED772EE5-8563-EF33-A91B-D3AA567D6C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5730464"/>
              </p:ext>
            </p:extLst>
          </p:nvPr>
        </p:nvGraphicFramePr>
        <p:xfrm>
          <a:off x="4213185" y="5210733"/>
          <a:ext cx="7708739" cy="1192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</p:spTree>
    <p:extLst>
      <p:ext uri="{BB962C8B-B14F-4D97-AF65-F5344CB8AC3E}">
        <p14:creationId xmlns:p14="http://schemas.microsoft.com/office/powerpoint/2010/main" val="290225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260086-088C-4F08-86A6-AD737203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9</a:t>
            </a:fld>
            <a:endParaRPr lang="fr-FR"/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B1E06EFC-3E92-4E98-90FC-6A0049C051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3046787"/>
              </p:ext>
            </p:extLst>
          </p:nvPr>
        </p:nvGraphicFramePr>
        <p:xfrm>
          <a:off x="1419589" y="35019"/>
          <a:ext cx="9144000" cy="110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4691F4EE-ADF9-46AB-A0EF-E6CDA1E46A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805930"/>
              </p:ext>
            </p:extLst>
          </p:nvPr>
        </p:nvGraphicFramePr>
        <p:xfrm>
          <a:off x="0" y="1209604"/>
          <a:ext cx="12192000" cy="750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12" name="Image 11">
            <a:extLst>
              <a:ext uri="{FF2B5EF4-FFF2-40B4-BE49-F238E27FC236}">
                <a16:creationId xmlns:a16="http://schemas.microsoft.com/office/drawing/2014/main" id="{7BD59780-E6FD-35ED-530C-1C33334EBD3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7541" y="5603833"/>
            <a:ext cx="4664140" cy="756347"/>
          </a:xfrm>
          <a:prstGeom prst="rect">
            <a:avLst/>
          </a:prstGeom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1B086553-358E-658D-4E3B-4DE5C5749C63}"/>
              </a:ext>
            </a:extLst>
          </p:cNvPr>
          <p:cNvGrpSpPr/>
          <p:nvPr/>
        </p:nvGrpSpPr>
        <p:grpSpPr>
          <a:xfrm>
            <a:off x="409905" y="2481215"/>
            <a:ext cx="5042591" cy="2437406"/>
            <a:chOff x="6096000" y="3958913"/>
            <a:chExt cx="5042591" cy="2437406"/>
          </a:xfrm>
        </p:grpSpPr>
        <p:graphicFrame>
          <p:nvGraphicFramePr>
            <p:cNvPr id="10" name="Diagramme 9">
              <a:extLst>
                <a:ext uri="{FF2B5EF4-FFF2-40B4-BE49-F238E27FC236}">
                  <a16:creationId xmlns:a16="http://schemas.microsoft.com/office/drawing/2014/main" id="{35A16E13-9CAF-CF3A-CABC-3B083B023B9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05792604"/>
                </p:ext>
              </p:extLst>
            </p:nvPr>
          </p:nvGraphicFramePr>
          <p:xfrm>
            <a:off x="6096000" y="3958913"/>
            <a:ext cx="5042591" cy="243740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4" r:lo="rId15" r:qs="rId16" r:cs="rId17"/>
            </a:graphicData>
          </a:graphic>
        </p:graphicFrame>
        <p:pic>
          <p:nvPicPr>
            <p:cNvPr id="11" name="Graphique 10" descr="Visage triste sans remplissage">
              <a:extLst>
                <a:ext uri="{FF2B5EF4-FFF2-40B4-BE49-F238E27FC236}">
                  <a16:creationId xmlns:a16="http://schemas.microsoft.com/office/drawing/2014/main" id="{402BE7AB-B712-2F2C-86DF-272E55181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556255" y="4906861"/>
              <a:ext cx="283733" cy="283733"/>
            </a:xfrm>
            <a:prstGeom prst="rect">
              <a:avLst/>
            </a:prstGeom>
          </p:spPr>
        </p:pic>
        <p:pic>
          <p:nvPicPr>
            <p:cNvPr id="13" name="Graphique 12" descr="Visage souriant sans remplissage">
              <a:extLst>
                <a:ext uri="{FF2B5EF4-FFF2-40B4-BE49-F238E27FC236}">
                  <a16:creationId xmlns:a16="http://schemas.microsoft.com/office/drawing/2014/main" id="{E15B0C26-ADE5-5FE6-B01C-500E5489A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8361194" y="5217753"/>
              <a:ext cx="289524" cy="289524"/>
            </a:xfrm>
            <a:prstGeom prst="rect">
              <a:avLst/>
            </a:prstGeom>
          </p:spPr>
        </p:pic>
      </p:grpSp>
      <p:pic>
        <p:nvPicPr>
          <p:cNvPr id="14" name="Image 13">
            <a:extLst>
              <a:ext uri="{FF2B5EF4-FFF2-40B4-BE49-F238E27FC236}">
                <a16:creationId xmlns:a16="http://schemas.microsoft.com/office/drawing/2014/main" id="{D81CECF0-541F-72E0-FF05-AC369C7D5AE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62499" y="2098370"/>
            <a:ext cx="4705406" cy="465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1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260086-088C-4F08-86A6-AD737203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10</a:t>
            </a:fld>
            <a:endParaRPr lang="fr-FR" dirty="0"/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B1E06EFC-3E92-4E98-90FC-6A0049C051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503613"/>
              </p:ext>
            </p:extLst>
          </p:nvPr>
        </p:nvGraphicFramePr>
        <p:xfrm>
          <a:off x="1419589" y="35019"/>
          <a:ext cx="9144000" cy="110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4691F4EE-ADF9-46AB-A0EF-E6CDA1E46A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9660992"/>
              </p:ext>
            </p:extLst>
          </p:nvPr>
        </p:nvGraphicFramePr>
        <p:xfrm>
          <a:off x="0" y="1209604"/>
          <a:ext cx="12192000" cy="750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13" name="Groupe 12">
            <a:extLst>
              <a:ext uri="{FF2B5EF4-FFF2-40B4-BE49-F238E27FC236}">
                <a16:creationId xmlns:a16="http://schemas.microsoft.com/office/drawing/2014/main" id="{4EC006AD-8617-7753-A6A3-39F3FB6AB9DF}"/>
              </a:ext>
            </a:extLst>
          </p:cNvPr>
          <p:cNvGrpSpPr/>
          <p:nvPr/>
        </p:nvGrpSpPr>
        <p:grpSpPr>
          <a:xfrm>
            <a:off x="6778676" y="3362477"/>
            <a:ext cx="1927716" cy="1979382"/>
            <a:chOff x="774700" y="2116905"/>
            <a:chExt cx="1193800" cy="1470799"/>
          </a:xfrm>
        </p:grpSpPr>
        <p:pic>
          <p:nvPicPr>
            <p:cNvPr id="6" name="Graphique 5" descr="Cloud Computing">
              <a:extLst>
                <a:ext uri="{FF2B5EF4-FFF2-40B4-BE49-F238E27FC236}">
                  <a16:creationId xmlns:a16="http://schemas.microsoft.com/office/drawing/2014/main" id="{E51FDA77-E7CE-8F48-B122-9F4AC0795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74700" y="2393904"/>
              <a:ext cx="1193800" cy="1193800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422B5287-3ACD-7EDE-3B52-FBE4F7175B45}"/>
                </a:ext>
              </a:extLst>
            </p:cNvPr>
            <p:cNvSpPr txBox="1"/>
            <p:nvPr/>
          </p:nvSpPr>
          <p:spPr>
            <a:xfrm>
              <a:off x="922266" y="2116905"/>
              <a:ext cx="7559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VPS OVH</a:t>
              </a:r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133323F0-5D14-4586-2BEA-44B6EEB55103}"/>
              </a:ext>
            </a:extLst>
          </p:cNvPr>
          <p:cNvSpPr txBox="1"/>
          <p:nvPr/>
        </p:nvSpPr>
        <p:spPr>
          <a:xfrm>
            <a:off x="4468948" y="3362477"/>
            <a:ext cx="10244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SSH via </a:t>
            </a:r>
            <a:r>
              <a:rPr lang="fr-FR" sz="1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Putty</a:t>
            </a:r>
            <a:endParaRPr lang="fr-FR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3784C061-A723-7A12-D994-38A9BBE59C11}"/>
              </a:ext>
            </a:extLst>
          </p:cNvPr>
          <p:cNvSpPr/>
          <p:nvPr/>
        </p:nvSpPr>
        <p:spPr>
          <a:xfrm>
            <a:off x="4239746" y="3613957"/>
            <a:ext cx="1854200" cy="6180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1037805-6A62-4FCB-C28F-B069B44C12A7}"/>
              </a:ext>
            </a:extLst>
          </p:cNvPr>
          <p:cNvSpPr txBox="1"/>
          <p:nvPr/>
        </p:nvSpPr>
        <p:spPr>
          <a:xfrm>
            <a:off x="4287448" y="4200682"/>
            <a:ext cx="27499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Installation</a:t>
            </a:r>
          </a:p>
          <a:p>
            <a:pPr lvl="0"/>
            <a:r>
              <a:rPr lang="fr-F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 </a:t>
            </a:r>
            <a:r>
              <a:rPr lang="fr-FR" sz="1600" dirty="0" err="1">
                <a:solidFill>
                  <a:schemeClr val="bg1"/>
                </a:solidFill>
              </a:rPr>
              <a:t>miniconda</a:t>
            </a:r>
            <a:endParaRPr lang="fr-FR" sz="1600" dirty="0">
              <a:solidFill>
                <a:schemeClr val="bg1"/>
              </a:solidFill>
            </a:endParaRPr>
          </a:p>
          <a:p>
            <a:pPr lvl="0"/>
            <a:r>
              <a:rPr lang="fr-F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 </a:t>
            </a:r>
            <a:r>
              <a:rPr lang="fr-FR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packets</a:t>
            </a:r>
            <a:r>
              <a:rPr lang="fr-F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nécessaires</a:t>
            </a:r>
            <a:endParaRPr lang="fr-FR" sz="1600" dirty="0">
              <a:solidFill>
                <a:schemeClr val="bg1"/>
              </a:solidFill>
            </a:endParaRPr>
          </a:p>
          <a:p>
            <a:pPr lvl="0"/>
            <a:r>
              <a:rPr lang="fr-F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 </a:t>
            </a:r>
            <a:r>
              <a:rPr lang="fr-FR" sz="1600" dirty="0" err="1">
                <a:solidFill>
                  <a:schemeClr val="bg1"/>
                </a:solidFill>
              </a:rPr>
              <a:t>streamlit</a:t>
            </a:r>
            <a:r>
              <a:rPr lang="fr-FR" sz="1600" dirty="0">
                <a:solidFill>
                  <a:schemeClr val="bg1"/>
                </a:solidFill>
              </a:rPr>
              <a:t> en mode </a:t>
            </a:r>
            <a:r>
              <a:rPr lang="fr-FR" sz="1600" b="1" dirty="0" err="1">
                <a:solidFill>
                  <a:schemeClr val="bg1"/>
                </a:solidFill>
              </a:rPr>
              <a:t>nohup</a:t>
            </a:r>
            <a:endParaRPr lang="fr-FR" sz="1600" b="1" dirty="0">
              <a:solidFill>
                <a:schemeClr val="bg1"/>
              </a:solidFill>
            </a:endParaRPr>
          </a:p>
          <a:p>
            <a:endParaRPr lang="fr-FR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Bouton d’action : vide 6">
            <a:hlinkClick r:id="rId15" highlightClick="1"/>
            <a:extLst>
              <a:ext uri="{FF2B5EF4-FFF2-40B4-BE49-F238E27FC236}">
                <a16:creationId xmlns:a16="http://schemas.microsoft.com/office/drawing/2014/main" id="{623FD391-4E3C-56C2-C0C8-BAC399660938}"/>
              </a:ext>
            </a:extLst>
          </p:cNvPr>
          <p:cNvSpPr/>
          <p:nvPr/>
        </p:nvSpPr>
        <p:spPr>
          <a:xfrm>
            <a:off x="9954117" y="3528935"/>
            <a:ext cx="1890273" cy="1406178"/>
          </a:xfrm>
          <a:prstGeom prst="actionButtonBlank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solidFill>
              <a:srgbClr val="7030A0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82550" h="38100" prst="coolSlant"/>
            </a:sp3d>
          </a:bodyPr>
          <a:lstStyle/>
          <a:p>
            <a:pPr algn="ctr"/>
            <a:r>
              <a:rPr lang="fr-FR" b="1" dirty="0">
                <a:solidFill>
                  <a:schemeClr val="accent1"/>
                </a:solidFill>
              </a:rPr>
              <a:t>DEMO</a:t>
            </a:r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569BC218-D82F-484D-B317-CFB7869A1E68}"/>
              </a:ext>
            </a:extLst>
          </p:cNvPr>
          <p:cNvSpPr/>
          <p:nvPr/>
        </p:nvSpPr>
        <p:spPr>
          <a:xfrm>
            <a:off x="8706392" y="3891648"/>
            <a:ext cx="1101250" cy="6180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C4325E8B-D957-5EE3-E367-27628B96857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8432" y="2615879"/>
            <a:ext cx="3875763" cy="355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849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E89BC21-AD77-4A23-8F5B-C0FB9024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11</a:t>
            </a:fld>
            <a:endParaRPr lang="fr-FR"/>
          </a:p>
        </p:txBody>
      </p:sp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C6BFE56B-E66E-4E2F-8044-99D4DE181B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6121202"/>
              </p:ext>
            </p:extLst>
          </p:nvPr>
        </p:nvGraphicFramePr>
        <p:xfrm>
          <a:off x="1419589" y="35019"/>
          <a:ext cx="9144000" cy="110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Google Shape;204;p37">
            <a:extLst>
              <a:ext uri="{FF2B5EF4-FFF2-40B4-BE49-F238E27FC236}">
                <a16:creationId xmlns:a16="http://schemas.microsoft.com/office/drawing/2014/main" id="{FC36B4B6-0AC2-4457-BE59-226435AEDE97}"/>
              </a:ext>
            </a:extLst>
          </p:cNvPr>
          <p:cNvSpPr txBox="1">
            <a:spLocks/>
          </p:cNvSpPr>
          <p:nvPr/>
        </p:nvSpPr>
        <p:spPr>
          <a:xfrm>
            <a:off x="1467980" y="1804229"/>
            <a:ext cx="9514427" cy="47841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fr-FR" sz="2500" dirty="0">
                <a:solidFill>
                  <a:schemeClr val="bg1"/>
                </a:solidFill>
                <a:sym typeface="Wingdings" panose="05000000000000000000" pitchFamily="2" charset="2"/>
              </a:rPr>
              <a:t>Un POC a pu être réalisé:</a:t>
            </a:r>
          </a:p>
          <a:p>
            <a:pPr lvl="1">
              <a:buFontTx/>
              <a:buChar char="-"/>
            </a:pPr>
            <a:r>
              <a:rPr lang="fr-FR" sz="1600" dirty="0">
                <a:solidFill>
                  <a:schemeClr val="bg1"/>
                </a:solidFill>
                <a:sym typeface="Wingdings" panose="05000000000000000000" pitchFamily="2" charset="2"/>
              </a:rPr>
              <a:t>En sélectionnant un modèle et jeu de données d’un précédant projet</a:t>
            </a:r>
          </a:p>
          <a:p>
            <a:pPr lvl="1">
              <a:buFontTx/>
              <a:buChar char="-"/>
            </a:pPr>
            <a:r>
              <a:rPr lang="fr-FR" sz="1600" dirty="0">
                <a:solidFill>
                  <a:schemeClr val="bg1"/>
                </a:solidFill>
                <a:sym typeface="Wingdings" panose="05000000000000000000" pitchFamily="2" charset="2"/>
              </a:rPr>
              <a:t>En faisant une veille technologique sur des sites connus comme arxiv.org et paperswithcode.com</a:t>
            </a:r>
          </a:p>
          <a:p>
            <a:pPr lvl="1">
              <a:buFontTx/>
              <a:buChar char="-"/>
            </a:pPr>
            <a:r>
              <a:rPr lang="fr-FR" sz="1600" dirty="0">
                <a:solidFill>
                  <a:schemeClr val="bg1"/>
                </a:solidFill>
                <a:sym typeface="Wingdings" panose="05000000000000000000" pitchFamily="2" charset="2"/>
              </a:rPr>
              <a:t>En sélectionnant un nouveau modèle prometteur </a:t>
            </a:r>
          </a:p>
          <a:p>
            <a:pPr lvl="1">
              <a:buFontTx/>
              <a:buChar char="-"/>
            </a:pPr>
            <a:r>
              <a:rPr lang="fr-FR" sz="1600" dirty="0">
                <a:solidFill>
                  <a:schemeClr val="bg1"/>
                </a:solidFill>
                <a:sym typeface="Wingdings" panose="05000000000000000000" pitchFamily="2" charset="2"/>
              </a:rPr>
              <a:t>En entrainant ce modèle dans un notebook</a:t>
            </a:r>
          </a:p>
          <a:p>
            <a:pPr lvl="1">
              <a:buFontTx/>
              <a:buChar char="-"/>
            </a:pPr>
            <a:r>
              <a:rPr lang="fr-FR" sz="1600" dirty="0">
                <a:solidFill>
                  <a:schemeClr val="bg1"/>
                </a:solidFill>
                <a:sym typeface="Wingdings" panose="05000000000000000000" pitchFamily="2" charset="2"/>
              </a:rPr>
              <a:t>En comparant l’apport de ce modèle face à notre modèle </a:t>
            </a:r>
            <a:r>
              <a:rPr lang="fr-FR" sz="1600" dirty="0" err="1">
                <a:solidFill>
                  <a:schemeClr val="bg1"/>
                </a:solidFill>
                <a:sym typeface="Wingdings" panose="05000000000000000000" pitchFamily="2" charset="2"/>
              </a:rPr>
              <a:t>baseline</a:t>
            </a:r>
            <a:endParaRPr lang="fr-FR" sz="16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fr-FR" sz="16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fr-FR" sz="2500" dirty="0">
                <a:solidFill>
                  <a:schemeClr val="bg1"/>
                </a:solidFill>
                <a:sym typeface="Wingdings" panose="05000000000000000000" pitchFamily="2" charset="2"/>
              </a:rPr>
              <a:t>Nous avons également pu déployer un </a:t>
            </a:r>
            <a:r>
              <a:rPr lang="fr-FR" sz="2500" dirty="0" err="1">
                <a:solidFill>
                  <a:schemeClr val="bg1"/>
                </a:solidFill>
                <a:sym typeface="Wingdings" panose="05000000000000000000" pitchFamily="2" charset="2"/>
              </a:rPr>
              <a:t>dashboard</a:t>
            </a:r>
            <a:r>
              <a:rPr lang="fr-FR" sz="2500" dirty="0">
                <a:solidFill>
                  <a:schemeClr val="bg1"/>
                </a:solidFill>
                <a:sym typeface="Wingdings" panose="05000000000000000000" pitchFamily="2" charset="2"/>
              </a:rPr>
              <a:t> en ligne:</a:t>
            </a:r>
          </a:p>
          <a:p>
            <a:pPr lvl="1">
              <a:buFontTx/>
              <a:buChar char="-"/>
            </a:pPr>
            <a:r>
              <a:rPr lang="fr-FR" sz="1600" dirty="0">
                <a:solidFill>
                  <a:schemeClr val="bg1"/>
                </a:solidFill>
                <a:sym typeface="Wingdings" panose="05000000000000000000" pitchFamily="2" charset="2"/>
              </a:rPr>
              <a:t>En installant </a:t>
            </a:r>
            <a:r>
              <a:rPr lang="fr-FR" sz="1600" dirty="0" err="1">
                <a:solidFill>
                  <a:schemeClr val="bg1"/>
                </a:solidFill>
                <a:sym typeface="Wingdings" panose="05000000000000000000" pitchFamily="2" charset="2"/>
              </a:rPr>
              <a:t>miniconda</a:t>
            </a:r>
            <a:r>
              <a:rPr lang="fr-FR" sz="1600" dirty="0">
                <a:solidFill>
                  <a:schemeClr val="bg1"/>
                </a:solidFill>
                <a:sym typeface="Wingdings" panose="05000000000000000000" pitchFamily="2" charset="2"/>
              </a:rPr>
              <a:t> et les bons packages python sur un serveur privé virtuel hébergé chez OVH</a:t>
            </a:r>
          </a:p>
          <a:p>
            <a:pPr lvl="1">
              <a:buFontTx/>
              <a:buChar char="-"/>
            </a:pPr>
            <a:r>
              <a:rPr lang="fr-FR" sz="1600" dirty="0">
                <a:solidFill>
                  <a:schemeClr val="bg1"/>
                </a:solidFill>
                <a:sym typeface="Wingdings" panose="05000000000000000000" pitchFamily="2" charset="2"/>
              </a:rPr>
              <a:t>En créant une présentation des données et du POC à l’aide de la librairie </a:t>
            </a:r>
            <a:r>
              <a:rPr lang="fr-FR" sz="1600" dirty="0" err="1">
                <a:solidFill>
                  <a:schemeClr val="bg1"/>
                </a:solidFill>
                <a:sym typeface="Wingdings" panose="05000000000000000000" pitchFamily="2" charset="2"/>
              </a:rPr>
              <a:t>Streamlit</a:t>
            </a:r>
            <a:endParaRPr lang="fr-FR" sz="16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lvl="1">
              <a:buFontTx/>
              <a:buChar char="-"/>
            </a:pPr>
            <a:endParaRPr lang="fr-FR" sz="16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fr-FR" sz="16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11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E89BC21-AD77-4A23-8F5B-C0FB9024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12</a:t>
            </a:fld>
            <a:endParaRPr lang="fr-FR"/>
          </a:p>
        </p:txBody>
      </p:sp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C6BFE56B-E66E-4E2F-8044-99D4DE181B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7509353"/>
              </p:ext>
            </p:extLst>
          </p:nvPr>
        </p:nvGraphicFramePr>
        <p:xfrm>
          <a:off x="1419589" y="35019"/>
          <a:ext cx="9144000" cy="110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Google Shape;204;p37">
            <a:extLst>
              <a:ext uri="{FF2B5EF4-FFF2-40B4-BE49-F238E27FC236}">
                <a16:creationId xmlns:a16="http://schemas.microsoft.com/office/drawing/2014/main" id="{FC36B4B6-0AC2-4457-BE59-226435AEDE97}"/>
              </a:ext>
            </a:extLst>
          </p:cNvPr>
          <p:cNvSpPr txBox="1">
            <a:spLocks/>
          </p:cNvSpPr>
          <p:nvPr/>
        </p:nvSpPr>
        <p:spPr>
          <a:xfrm>
            <a:off x="1492993" y="2287088"/>
            <a:ext cx="10699007" cy="33929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fr-FR" sz="2500" dirty="0">
                <a:solidFill>
                  <a:schemeClr val="bg1"/>
                </a:solidFill>
                <a:sym typeface="Wingdings" panose="05000000000000000000" pitchFamily="2" charset="2"/>
              </a:rPr>
              <a:t>Points d'amélioration :</a:t>
            </a:r>
          </a:p>
          <a:p>
            <a:pPr lvl="1">
              <a:buFontTx/>
              <a:buChar char="-"/>
            </a:pPr>
            <a:r>
              <a:rPr lang="fr-FR" sz="1600" dirty="0">
                <a:solidFill>
                  <a:schemeClr val="bg1"/>
                </a:solidFill>
                <a:sym typeface="Wingdings" panose="05000000000000000000" pitchFamily="2" charset="2"/>
              </a:rPr>
              <a:t>Corriger / Trouver un package permettant une meilleure implémentation du modèle HRNet (nouvelle lib moins performante que celle du précédant projet </a:t>
            </a:r>
            <a:r>
              <a:rPr lang="fr-FR" sz="1600" b="1" dirty="0">
                <a:solidFill>
                  <a:schemeClr val="bg1"/>
                </a:solidFill>
                <a:sym typeface="Wingdings" panose="05000000000000000000" pitchFamily="2" charset="2"/>
              </a:rPr>
              <a:t>voir annexe</a:t>
            </a:r>
            <a:r>
              <a:rPr lang="fr-FR" sz="1600" dirty="0">
                <a:solidFill>
                  <a:schemeClr val="bg1"/>
                </a:solidFill>
                <a:sym typeface="Wingdings" panose="05000000000000000000" pitchFamily="2" charset="2"/>
              </a:rPr>
              <a:t>)</a:t>
            </a:r>
          </a:p>
          <a:p>
            <a:pPr marL="457200" lvl="1" indent="0">
              <a:buNone/>
            </a:pPr>
            <a:endParaRPr lang="fr-FR" sz="16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fr-FR" sz="2500" dirty="0">
                <a:solidFill>
                  <a:schemeClr val="bg1"/>
                </a:solidFill>
                <a:sym typeface="Wingdings" panose="05000000000000000000" pitchFamily="2" charset="2"/>
              </a:rPr>
              <a:t>Limites :</a:t>
            </a:r>
          </a:p>
          <a:p>
            <a:pPr lvl="1">
              <a:buFontTx/>
              <a:buChar char="-"/>
            </a:pPr>
            <a:r>
              <a:rPr lang="fr-FR" sz="1600" dirty="0">
                <a:solidFill>
                  <a:schemeClr val="bg1"/>
                </a:solidFill>
                <a:sym typeface="Wingdings" panose="05000000000000000000" pitchFamily="2" charset="2"/>
              </a:rPr>
              <a:t>Ressources machine très importantes (plusieurs concessions ont dû être faites)</a:t>
            </a:r>
          </a:p>
          <a:p>
            <a:pPr lvl="1">
              <a:buFontTx/>
              <a:buChar char="-"/>
            </a:pPr>
            <a:r>
              <a:rPr lang="fr-FR" sz="1600" dirty="0">
                <a:solidFill>
                  <a:schemeClr val="bg1"/>
                </a:solidFill>
                <a:sym typeface="Wingdings" panose="05000000000000000000" pitchFamily="2" charset="2"/>
              </a:rPr>
              <a:t>Résultats tributaires de la librairie utilisée (équilibre entre facilité de mise en place / résultats)</a:t>
            </a:r>
          </a:p>
          <a:p>
            <a:pPr marL="285750" indent="-285750">
              <a:buFontTx/>
              <a:buChar char="-"/>
            </a:pPr>
            <a:endParaRPr lang="fr-FR" sz="16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205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2BC124C-A601-D20E-7C91-11270865E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13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9110E4B-77D6-240B-390F-23C2967F16CD}"/>
              </a:ext>
            </a:extLst>
          </p:cNvPr>
          <p:cNvSpPr txBox="1"/>
          <p:nvPr/>
        </p:nvSpPr>
        <p:spPr>
          <a:xfrm>
            <a:off x="3223001" y="2913474"/>
            <a:ext cx="5745997" cy="1031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100" dirty="0">
                <a:solidFill>
                  <a:schemeClr val="bg1"/>
                </a:solidFill>
              </a:rPr>
              <a:t>REMERCIEMENTS</a:t>
            </a:r>
          </a:p>
        </p:txBody>
      </p:sp>
    </p:spTree>
    <p:extLst>
      <p:ext uri="{BB962C8B-B14F-4D97-AF65-F5344CB8AC3E}">
        <p14:creationId xmlns:p14="http://schemas.microsoft.com/office/powerpoint/2010/main" val="2689408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B3157F4-32C9-5C97-D1A7-C322963B7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895" y="81770"/>
            <a:ext cx="9525000" cy="6858000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E89BC21-AD77-4A23-8F5B-C0FB9024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DC8C2-64BC-4DCC-857C-9A21F8E40C9C}" type="slidenum">
              <a:rPr lang="fr-FR" smtClean="0"/>
              <a:t>14</a:t>
            </a:fld>
            <a:endParaRPr lang="fr-FR"/>
          </a:p>
        </p:txBody>
      </p:sp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C6BFE56B-E66E-4E2F-8044-99D4DE181B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8585175"/>
              </p:ext>
            </p:extLst>
          </p:nvPr>
        </p:nvGraphicFramePr>
        <p:xfrm>
          <a:off x="-1368355" y="2874381"/>
          <a:ext cx="9144000" cy="110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Flèche : droite rayée 3">
            <a:extLst>
              <a:ext uri="{FF2B5EF4-FFF2-40B4-BE49-F238E27FC236}">
                <a16:creationId xmlns:a16="http://schemas.microsoft.com/office/drawing/2014/main" id="{B31B631A-1EFD-947D-6C12-9D6C31BB2630}"/>
              </a:ext>
            </a:extLst>
          </p:cNvPr>
          <p:cNvSpPr/>
          <p:nvPr/>
        </p:nvSpPr>
        <p:spPr>
          <a:xfrm>
            <a:off x="5584934" y="5826797"/>
            <a:ext cx="1022132" cy="504598"/>
          </a:xfrm>
          <a:prstGeom prst="stripedRightArrow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Google Shape;204;p37">
            <a:extLst>
              <a:ext uri="{FF2B5EF4-FFF2-40B4-BE49-F238E27FC236}">
                <a16:creationId xmlns:a16="http://schemas.microsoft.com/office/drawing/2014/main" id="{5FD51C54-FF87-5BC9-43C7-A85B0BCD3CCA}"/>
              </a:ext>
            </a:extLst>
          </p:cNvPr>
          <p:cNvSpPr txBox="1">
            <a:spLocks/>
          </p:cNvSpPr>
          <p:nvPr/>
        </p:nvSpPr>
        <p:spPr>
          <a:xfrm>
            <a:off x="1902218" y="3414555"/>
            <a:ext cx="4071416" cy="14906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500" dirty="0">
                <a:solidFill>
                  <a:schemeClr val="bg1"/>
                </a:solidFill>
                <a:sym typeface="Wingdings" panose="05000000000000000000" pitchFamily="2" charset="2"/>
              </a:rPr>
              <a:t>Ensemble des tests effectués avant choix du modèle et de la librairie</a:t>
            </a:r>
            <a:endParaRPr lang="fr-FR" sz="16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fr-FR" sz="16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2328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16079</TotalTime>
  <Words>607</Words>
  <Application>Microsoft Office PowerPoint</Application>
  <PresentationFormat>Grand écran</PresentationFormat>
  <Paragraphs>142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Guillaume GUITARIAN</dc:creator>
  <cp:lastModifiedBy>Guillaume GUITARIAN</cp:lastModifiedBy>
  <cp:revision>1411</cp:revision>
  <dcterms:created xsi:type="dcterms:W3CDTF">2021-08-16T08:44:26Z</dcterms:created>
  <dcterms:modified xsi:type="dcterms:W3CDTF">2026-01-26T13:17:21Z</dcterms:modified>
</cp:coreProperties>
</file>